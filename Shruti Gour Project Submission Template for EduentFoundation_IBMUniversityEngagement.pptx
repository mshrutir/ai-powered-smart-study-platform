
<file path=[Content_Types].xml><?xml version="1.0" encoding="utf-8"?>
<Types xmlns="http://schemas.openxmlformats.org/package/2006/content-types">
  <Default Extension="png" ContentType="image/png"/>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autoCompressPictures="0">
  <p:sldMasterIdLst>
    <p:sldMasterId id="2147483648" r:id="rId1"/>
  </p:sldMasterIdLst>
  <p:notesMasterIdLst>
    <p:notesMasterId r:id="rId16"/>
  </p:notesMasterIdLst>
  <p:sldIdLst>
    <p:sldId id="283" r:id="rId2"/>
    <p:sldId id="257" r:id="rId3"/>
    <p:sldId id="282" r:id="rId4"/>
    <p:sldId id="284" r:id="rId5"/>
    <p:sldId id="285" r:id="rId6"/>
    <p:sldId id="264" r:id="rId7"/>
    <p:sldId id="286" r:id="rId8"/>
    <p:sldId id="287" r:id="rId9"/>
    <p:sldId id="280" r:id="rId10"/>
    <p:sldId id="288" r:id="rId11"/>
    <p:sldId id="289" r:id="rId12"/>
    <p:sldId id="290" r:id="rId13"/>
    <p:sldId id="291" r:id="rId14"/>
    <p:sldId id="276" r:id="rId15"/>
  </p:sldIdLst>
  <p:sldSz cx="12192000" cy="6858000"/>
  <p:notesSz cx="6858000" cy="9144000"/>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 uri="GoogleSlidesCustomDataVersion2">
      <go:slidesCustomData xmlns="" xmlns:mc="http://schemas.openxmlformats.org/markup-compatibility/2006" xmlns:mv="urn:schemas-microsoft-com:mac:vml"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xmlns:go="http://customooxmlschemas.google.com/" r:id="rId27" roundtripDataSignature="AMtx7mjt3491jQ7aCoyIz2WXeHKroE7tp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C5591CF7-6E22-14BF-DB99-3894772A19DF}" v="65" dt="2026-04-21T05:09:31.452"/>
  </p1510:revLst>
</p1510:revInfo>
</file>

<file path=ppt/tableStyles.xml><?xml version="1.0" encoding="utf-8"?>
<a:tblStyleLst xmlns:a="http://schemas.openxmlformats.org/drawingml/2006/main" def="{0AAD8F4D-43EB-41E5-8A38-28AB6DFB1B60}">
  <a:tblStyle styleId="{0AAD8F4D-43EB-41E5-8A38-28AB6DFB1B60}" styleName="Table_0">
    <a:wholeTbl>
      <a:tcTxStyle>
        <a:font>
          <a:latin typeface="Arial"/>
          <a:ea typeface="Arial"/>
          <a:cs typeface="Arial"/>
        </a:font>
        <a:srgbClr val="000000"/>
      </a:tcTxStyle>
      <a:tcStyle>
        <a:tcBdr/>
      </a:tcStyle>
    </a:wholeTbl>
    <a:band1H>
      <a:tcTxStyle/>
      <a:tcStyle>
        <a:tcBdr/>
      </a:tcStyle>
    </a:band1H>
    <a:band2H>
      <a:tcTxStyle/>
      <a:tcStyle>
        <a:tcBdr/>
      </a:tcStyle>
    </a:band2H>
    <a:band1V>
      <a:tcTxStyle/>
      <a:tcStyle>
        <a:tcBdr/>
      </a:tcStyle>
    </a:band1V>
    <a:band2V>
      <a:tcTxStyle/>
      <a:tcStyle>
        <a:tcBdr/>
      </a:tcStyle>
    </a:band2V>
    <a:lastCol>
      <a:tcTxStyle/>
      <a:tcStyle>
        <a:tcBdr/>
      </a:tcStyle>
    </a:lastCol>
    <a:firstCol>
      <a:tcTxStyle/>
      <a:tcStyle>
        <a:tcBdr/>
      </a:tcStyle>
    </a:firstCol>
    <a:lastRow>
      <a:tcTxStyle/>
      <a:tcStyle>
        <a:tcBdr/>
      </a:tcStyle>
    </a:lastRow>
    <a:seCell>
      <a:tcTxStyle/>
      <a:tcStyle>
        <a:tcBdr/>
      </a:tcStyle>
    </a:seCell>
    <a:swCell>
      <a:tcTxStyle/>
      <a:tcStyle>
        <a:tcBdr/>
      </a:tcStyle>
    </a:swCell>
    <a:firstRow>
      <a:tcTxStyle/>
      <a:tcStyle>
        <a:tcBdr/>
      </a:tcStyle>
    </a:firstRow>
    <a:neCell>
      <a:tcTxStyle/>
      <a:tcStyle>
        <a:tcBdr/>
      </a:tcStyle>
    </a:neCell>
    <a:nwCell>
      <a:tcTxStyle/>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86"/>
  </p:normalViewPr>
  <p:slideViewPr>
    <p:cSldViewPr snapToGrid="0">
      <p:cViewPr varScale="1">
        <p:scale>
          <a:sx n="85" d="100"/>
          <a:sy n="85" d="100"/>
        </p:scale>
        <p:origin x="744" y="90"/>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slide" Target="slides/slide11.xml"/><Relationship Id="rId2" Type="http://schemas.openxmlformats.org/officeDocument/2006/relationships/slide" Target="slides/slide1.xml"/><Relationship Id="rId16" Type="http://schemas.openxmlformats.org/officeDocument/2006/relationships/notesMaster" Target="notesMasters/notesMaster1.xml"/><Relationship Id="rId29"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32" Type="http://schemas.microsoft.com/office/2015/10/relationships/revisionInfo" Target="revisionInfo.xml"/><Relationship Id="rId5" Type="http://schemas.openxmlformats.org/officeDocument/2006/relationships/slide" Target="slides/slide4.xml"/><Relationship Id="rId15" Type="http://schemas.openxmlformats.org/officeDocument/2006/relationships/slide" Target="slides/slide14.xml"/><Relationship Id="rId28" Type="http://schemas.openxmlformats.org/officeDocument/2006/relationships/presProps" Target="presProps.xml"/><Relationship Id="rId10" Type="http://schemas.openxmlformats.org/officeDocument/2006/relationships/slide" Target="slides/slide9.xml"/><Relationship Id="rId31"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7" Type="http://customschemas.google.com/relationships/presentationmetadata" Target="metadata"/><Relationship Id="rId30"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7"/>
        <p:cNvGrpSpPr/>
        <p:nvPr/>
      </p:nvGrpSpPr>
      <p:grpSpPr>
        <a:xfrm>
          <a:off x="0" y="0"/>
          <a:ext cx="0" cy="0"/>
          <a:chOff x="0" y="0"/>
          <a:chExt cx="0" cy="0"/>
        </a:xfrm>
      </p:grpSpPr>
      <p:sp>
        <p:nvSpPr>
          <p:cNvPr id="88" name="Google Shape;88;p2: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89" name="Google Shape;89;p2: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48C2B95B-FB15-C156-6AF1-35B35818164E}"/>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770A13E9-BC77-63DA-E106-A3FA8022811A}"/>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29067B0F-2F4F-7081-A661-0AE31BFBB786}"/>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605541099"/>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20A8E369-C804-D8D2-383B-03E8A5478F53}"/>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168FC73D-F867-8E13-0025-1B40818921D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449581B4-9B47-7782-B749-078618A6E571}"/>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400515133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0">
          <a:extLst>
            <a:ext uri="{FF2B5EF4-FFF2-40B4-BE49-F238E27FC236}">
              <a16:creationId xmlns:a16="http://schemas.microsoft.com/office/drawing/2014/main" id="{E37D20EF-0791-5303-F96E-0F0C1B50B73D}"/>
            </a:ext>
          </a:extLst>
        </p:cNvPr>
        <p:cNvGrpSpPr/>
        <p:nvPr/>
      </p:nvGrpSpPr>
      <p:grpSpPr>
        <a:xfrm>
          <a:off x="0" y="0"/>
          <a:ext cx="0" cy="0"/>
          <a:chOff x="0" y="0"/>
          <a:chExt cx="0" cy="0"/>
        </a:xfrm>
      </p:grpSpPr>
      <p:sp>
        <p:nvSpPr>
          <p:cNvPr id="101" name="Google Shape;101;p3:notes">
            <a:extLst>
              <a:ext uri="{FF2B5EF4-FFF2-40B4-BE49-F238E27FC236}">
                <a16:creationId xmlns:a16="http://schemas.microsoft.com/office/drawing/2014/main" id="{9DCBA8EB-6D71-7B5E-841C-4BFFBDA5F1BE}"/>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02" name="Google Shape;102;p3:notes">
            <a:extLst>
              <a:ext uri="{FF2B5EF4-FFF2-40B4-BE49-F238E27FC236}">
                <a16:creationId xmlns:a16="http://schemas.microsoft.com/office/drawing/2014/main" id="{5C2CD162-5BE5-06C8-E06C-B4A49D4BCFF2}"/>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2331354053"/>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88"/>
        <p:cNvGrpSpPr/>
        <p:nvPr/>
      </p:nvGrpSpPr>
      <p:grpSpPr>
        <a:xfrm>
          <a:off x="0" y="0"/>
          <a:ext cx="0" cy="0"/>
          <a:chOff x="0" y="0"/>
          <a:chExt cx="0" cy="0"/>
        </a:xfrm>
      </p:grpSpPr>
      <p:sp>
        <p:nvSpPr>
          <p:cNvPr id="189" name="Google Shape;189;p9: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0" name="Google Shape;190;p9: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97">
          <a:extLst>
            <a:ext uri="{FF2B5EF4-FFF2-40B4-BE49-F238E27FC236}">
              <a16:creationId xmlns:a16="http://schemas.microsoft.com/office/drawing/2014/main" id="{C2F88CF5-D0C3-0228-6C1A-E849738B9B34}"/>
            </a:ext>
          </a:extLst>
        </p:cNvPr>
        <p:cNvGrpSpPr/>
        <p:nvPr/>
      </p:nvGrpSpPr>
      <p:grpSpPr>
        <a:xfrm>
          <a:off x="0" y="0"/>
          <a:ext cx="0" cy="0"/>
          <a:chOff x="0" y="0"/>
          <a:chExt cx="0" cy="0"/>
        </a:xfrm>
      </p:grpSpPr>
      <p:sp>
        <p:nvSpPr>
          <p:cNvPr id="198" name="Google Shape;198;p10:notes">
            <a:extLst>
              <a:ext uri="{FF2B5EF4-FFF2-40B4-BE49-F238E27FC236}">
                <a16:creationId xmlns:a16="http://schemas.microsoft.com/office/drawing/2014/main" id="{15C41DBA-EB5E-9EB1-28D2-68EF3081A29D}"/>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199" name="Google Shape;199;p10:notes">
            <a:extLst>
              <a:ext uri="{FF2B5EF4-FFF2-40B4-BE49-F238E27FC236}">
                <a16:creationId xmlns:a16="http://schemas.microsoft.com/office/drawing/2014/main" id="{9AACA92E-BC74-25E5-B8D5-2E658F81C2F0}"/>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758711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A795C14E-5D6A-39A3-2018-2C72BB451BBD}"/>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85B8BB2F-0927-3841-AC64-CC67B5035869}"/>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58797E72-A3BC-0A49-07C4-DE7FDA752365}"/>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052078685"/>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71">
          <a:extLst>
            <a:ext uri="{FF2B5EF4-FFF2-40B4-BE49-F238E27FC236}">
              <a16:creationId xmlns:a16="http://schemas.microsoft.com/office/drawing/2014/main" id="{466C47D1-19F6-52AF-3914-DD3C99058916}"/>
            </a:ext>
          </a:extLst>
        </p:cNvPr>
        <p:cNvGrpSpPr/>
        <p:nvPr/>
      </p:nvGrpSpPr>
      <p:grpSpPr>
        <a:xfrm>
          <a:off x="0" y="0"/>
          <a:ext cx="0" cy="0"/>
          <a:chOff x="0" y="0"/>
          <a:chExt cx="0" cy="0"/>
        </a:xfrm>
      </p:grpSpPr>
      <p:sp>
        <p:nvSpPr>
          <p:cNvPr id="272" name="Google Shape;272;p18:notes">
            <a:extLst>
              <a:ext uri="{FF2B5EF4-FFF2-40B4-BE49-F238E27FC236}">
                <a16:creationId xmlns:a16="http://schemas.microsoft.com/office/drawing/2014/main" id="{ACA1F779-4C2B-4CD1-FBDD-A40F0A322340}"/>
              </a:ext>
            </a:extLst>
          </p:cNvPr>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273" name="Google Shape;273;p18:notes">
            <a:extLst>
              <a:ext uri="{FF2B5EF4-FFF2-40B4-BE49-F238E27FC236}">
                <a16:creationId xmlns:a16="http://schemas.microsoft.com/office/drawing/2014/main" id="{40004D30-6E86-E263-D5DA-7577B1C759BC}"/>
              </a:ext>
            </a:extLst>
          </p:cNvPr>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extLst>
      <p:ext uri="{BB962C8B-B14F-4D97-AF65-F5344CB8AC3E}">
        <p14:creationId xmlns:p14="http://schemas.microsoft.com/office/powerpoint/2010/main" val="1622169396"/>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3"/>
        <p:cNvGrpSpPr/>
        <p:nvPr/>
      </p:nvGrpSpPr>
      <p:grpSpPr>
        <a:xfrm>
          <a:off x="0" y="0"/>
          <a:ext cx="0" cy="0"/>
          <a:chOff x="0" y="0"/>
          <a:chExt cx="0" cy="0"/>
        </a:xfrm>
      </p:grpSpPr>
      <p:sp>
        <p:nvSpPr>
          <p:cNvPr id="304" name="Google Shape;304;p20:notes"/>
          <p:cNvSpPr txBox="1">
            <a:spLocks noGrp="1"/>
          </p:cNvSpPr>
          <p:nvPr>
            <p:ph type="body" idx="1"/>
          </p:nvPr>
        </p:nvSpPr>
        <p:spPr>
          <a:xfrm>
            <a:off x="685800" y="4343400"/>
            <a:ext cx="5486400" cy="4114800"/>
          </a:xfrm>
          <a:prstGeom prst="rect">
            <a:avLst/>
          </a:prstGeom>
        </p:spPr>
        <p:txBody>
          <a:bodyPr spcFirstLastPara="1" wrap="square" lIns="91425" tIns="91425" rIns="91425" bIns="91425" anchor="t" anchorCtr="0">
            <a:noAutofit/>
          </a:bodyPr>
          <a:lstStyle/>
          <a:p>
            <a:pPr marL="0" lvl="0" indent="0" algn="l" rtl="0">
              <a:spcBef>
                <a:spcPts val="0"/>
              </a:spcBef>
              <a:spcAft>
                <a:spcPts val="0"/>
              </a:spcAft>
              <a:buNone/>
            </a:pPr>
            <a:endParaRPr/>
          </a:p>
        </p:txBody>
      </p:sp>
      <p:sp>
        <p:nvSpPr>
          <p:cNvPr id="305" name="Google Shape;305;p20: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7"/>
        <p:cNvGrpSpPr/>
        <p:nvPr/>
      </p:nvGrpSpPr>
      <p:grpSpPr>
        <a:xfrm>
          <a:off x="0" y="0"/>
          <a:ext cx="0" cy="0"/>
          <a:chOff x="0" y="0"/>
          <a:chExt cx="0" cy="0"/>
        </a:xfrm>
      </p:grpSpPr>
      <p:sp>
        <p:nvSpPr>
          <p:cNvPr id="18" name="Google Shape;18;p23"/>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19" name="Google Shape;19;p23"/>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20" name="Google Shape;20;p23"/>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1" name="Google Shape;21;p23"/>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2" name="Google Shape;22;p23"/>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3"/>
        <p:cNvGrpSpPr/>
        <p:nvPr/>
      </p:nvGrpSpPr>
      <p:grpSpPr>
        <a:xfrm>
          <a:off x="0" y="0"/>
          <a:ext cx="0" cy="0"/>
          <a:chOff x="0" y="0"/>
          <a:chExt cx="0" cy="0"/>
        </a:xfrm>
      </p:grpSpPr>
      <p:sp>
        <p:nvSpPr>
          <p:cNvPr id="24" name="Google Shape;24;p24"/>
          <p:cNvSpPr txBox="1">
            <a:spLocks noGrp="1"/>
          </p:cNvSpPr>
          <p:nvPr>
            <p:ph type="title"/>
          </p:nvPr>
        </p:nvSpPr>
        <p:spPr>
          <a:xfrm>
            <a:off x="831850" y="1709738"/>
            <a:ext cx="10515600" cy="2852737"/>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6000"/>
              <a:buFont typeface="Calibri"/>
              <a:buNone/>
              <a:defRPr sz="60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25" name="Google Shape;25;p24"/>
          <p:cNvSpPr txBox="1">
            <a:spLocks noGrp="1"/>
          </p:cNvSpPr>
          <p:nvPr>
            <p:ph type="body" idx="1"/>
          </p:nvPr>
        </p:nvSpPr>
        <p:spPr>
          <a:xfrm>
            <a:off x="831850" y="4589463"/>
            <a:ext cx="10515600" cy="1500187"/>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rgbClr val="888888"/>
              </a:buClr>
              <a:buSzPts val="2400"/>
              <a:buNone/>
              <a:defRPr sz="2400">
                <a:solidFill>
                  <a:srgbClr val="888888"/>
                </a:solidFill>
              </a:defRPr>
            </a:lvl1pPr>
            <a:lvl2pPr marL="914400" lvl="1" indent="-228600" algn="l">
              <a:lnSpc>
                <a:spcPct val="90000"/>
              </a:lnSpc>
              <a:spcBef>
                <a:spcPts val="500"/>
              </a:spcBef>
              <a:spcAft>
                <a:spcPts val="0"/>
              </a:spcAft>
              <a:buClr>
                <a:srgbClr val="888888"/>
              </a:buClr>
              <a:buSzPts val="2000"/>
              <a:buNone/>
              <a:defRPr sz="2000">
                <a:solidFill>
                  <a:srgbClr val="888888"/>
                </a:solidFill>
              </a:defRPr>
            </a:lvl2pPr>
            <a:lvl3pPr marL="1371600" lvl="2" indent="-228600" algn="l">
              <a:lnSpc>
                <a:spcPct val="90000"/>
              </a:lnSpc>
              <a:spcBef>
                <a:spcPts val="500"/>
              </a:spcBef>
              <a:spcAft>
                <a:spcPts val="0"/>
              </a:spcAft>
              <a:buClr>
                <a:srgbClr val="888888"/>
              </a:buClr>
              <a:buSzPts val="1800"/>
              <a:buNone/>
              <a:defRPr sz="1800">
                <a:solidFill>
                  <a:srgbClr val="888888"/>
                </a:solidFill>
              </a:defRPr>
            </a:lvl3pPr>
            <a:lvl4pPr marL="1828800" lvl="3" indent="-228600" algn="l">
              <a:lnSpc>
                <a:spcPct val="90000"/>
              </a:lnSpc>
              <a:spcBef>
                <a:spcPts val="500"/>
              </a:spcBef>
              <a:spcAft>
                <a:spcPts val="0"/>
              </a:spcAft>
              <a:buClr>
                <a:srgbClr val="888888"/>
              </a:buClr>
              <a:buSzPts val="1600"/>
              <a:buNone/>
              <a:defRPr sz="1600">
                <a:solidFill>
                  <a:srgbClr val="888888"/>
                </a:solidFill>
              </a:defRPr>
            </a:lvl4pPr>
            <a:lvl5pPr marL="2286000" lvl="4" indent="-228600" algn="l">
              <a:lnSpc>
                <a:spcPct val="90000"/>
              </a:lnSpc>
              <a:spcBef>
                <a:spcPts val="500"/>
              </a:spcBef>
              <a:spcAft>
                <a:spcPts val="0"/>
              </a:spcAft>
              <a:buClr>
                <a:srgbClr val="888888"/>
              </a:buClr>
              <a:buSzPts val="1600"/>
              <a:buNone/>
              <a:defRPr sz="1600">
                <a:solidFill>
                  <a:srgbClr val="888888"/>
                </a:solidFill>
              </a:defRPr>
            </a:lvl5pPr>
            <a:lvl6pPr marL="2743200" lvl="5" indent="-228600" algn="l">
              <a:lnSpc>
                <a:spcPct val="90000"/>
              </a:lnSpc>
              <a:spcBef>
                <a:spcPts val="500"/>
              </a:spcBef>
              <a:spcAft>
                <a:spcPts val="0"/>
              </a:spcAft>
              <a:buClr>
                <a:srgbClr val="888888"/>
              </a:buClr>
              <a:buSzPts val="1600"/>
              <a:buNone/>
              <a:defRPr sz="1600">
                <a:solidFill>
                  <a:srgbClr val="888888"/>
                </a:solidFill>
              </a:defRPr>
            </a:lvl6pPr>
            <a:lvl7pPr marL="3200400" lvl="6" indent="-228600" algn="l">
              <a:lnSpc>
                <a:spcPct val="90000"/>
              </a:lnSpc>
              <a:spcBef>
                <a:spcPts val="500"/>
              </a:spcBef>
              <a:spcAft>
                <a:spcPts val="0"/>
              </a:spcAft>
              <a:buClr>
                <a:srgbClr val="888888"/>
              </a:buClr>
              <a:buSzPts val="1600"/>
              <a:buNone/>
              <a:defRPr sz="1600">
                <a:solidFill>
                  <a:srgbClr val="888888"/>
                </a:solidFill>
              </a:defRPr>
            </a:lvl7pPr>
            <a:lvl8pPr marL="3657600" lvl="7" indent="-228600" algn="l">
              <a:lnSpc>
                <a:spcPct val="90000"/>
              </a:lnSpc>
              <a:spcBef>
                <a:spcPts val="500"/>
              </a:spcBef>
              <a:spcAft>
                <a:spcPts val="0"/>
              </a:spcAft>
              <a:buClr>
                <a:srgbClr val="888888"/>
              </a:buClr>
              <a:buSzPts val="1600"/>
              <a:buNone/>
              <a:defRPr sz="1600">
                <a:solidFill>
                  <a:srgbClr val="888888"/>
                </a:solidFill>
              </a:defRPr>
            </a:lvl8pPr>
            <a:lvl9pPr marL="4114800" lvl="8" indent="-228600" algn="l">
              <a:lnSpc>
                <a:spcPct val="90000"/>
              </a:lnSpc>
              <a:spcBef>
                <a:spcPts val="500"/>
              </a:spcBef>
              <a:spcAft>
                <a:spcPts val="0"/>
              </a:spcAft>
              <a:buClr>
                <a:srgbClr val="888888"/>
              </a:buClr>
              <a:buSzPts val="1600"/>
              <a:buNone/>
              <a:defRPr sz="1600">
                <a:solidFill>
                  <a:srgbClr val="888888"/>
                </a:solidFill>
              </a:defRPr>
            </a:lvl9pPr>
          </a:lstStyle>
          <a:p>
            <a:endParaRPr/>
          </a:p>
        </p:txBody>
      </p:sp>
      <p:sp>
        <p:nvSpPr>
          <p:cNvPr id="26" name="Google Shape;26;p24"/>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7" name="Google Shape;27;p24"/>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28" name="Google Shape;28;p24"/>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type="twoObj">
  <p:cSld name="TWO_OBJECTS">
    <p:spTree>
      <p:nvGrpSpPr>
        <p:cNvPr id="1" name="Shape 29"/>
        <p:cNvGrpSpPr/>
        <p:nvPr/>
      </p:nvGrpSpPr>
      <p:grpSpPr>
        <a:xfrm>
          <a:off x="0" y="0"/>
          <a:ext cx="0" cy="0"/>
          <a:chOff x="0" y="0"/>
          <a:chExt cx="0" cy="0"/>
        </a:xfrm>
      </p:grpSpPr>
      <p:sp>
        <p:nvSpPr>
          <p:cNvPr id="30" name="Google Shape;30;p25"/>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1" name="Google Shape;31;p25"/>
          <p:cNvSpPr txBox="1">
            <a:spLocks noGrp="1"/>
          </p:cNvSpPr>
          <p:nvPr>
            <p:ph type="body" idx="1"/>
          </p:nvPr>
        </p:nvSpPr>
        <p:spPr>
          <a:xfrm>
            <a:off x="838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2" name="Google Shape;32;p25"/>
          <p:cNvSpPr txBox="1">
            <a:spLocks noGrp="1"/>
          </p:cNvSpPr>
          <p:nvPr>
            <p:ph type="body" idx="2"/>
          </p:nvPr>
        </p:nvSpPr>
        <p:spPr>
          <a:xfrm>
            <a:off x="6172200" y="1825625"/>
            <a:ext cx="5181600" cy="435133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33" name="Google Shape;33;p25"/>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4" name="Google Shape;34;p25"/>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35" name="Google Shape;35;p25"/>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mparison" type="twoTxTwoObj">
  <p:cSld name="TWO_OBJECTS_WITH_TEXT">
    <p:spTree>
      <p:nvGrpSpPr>
        <p:cNvPr id="1" name="Shape 36"/>
        <p:cNvGrpSpPr/>
        <p:nvPr/>
      </p:nvGrpSpPr>
      <p:grpSpPr>
        <a:xfrm>
          <a:off x="0" y="0"/>
          <a:ext cx="0" cy="0"/>
          <a:chOff x="0" y="0"/>
          <a:chExt cx="0" cy="0"/>
        </a:xfrm>
      </p:grpSpPr>
      <p:sp>
        <p:nvSpPr>
          <p:cNvPr id="37" name="Google Shape;37;p26"/>
          <p:cNvSpPr txBox="1">
            <a:spLocks noGrp="1"/>
          </p:cNvSpPr>
          <p:nvPr>
            <p:ph type="title"/>
          </p:nvPr>
        </p:nvSpPr>
        <p:spPr>
          <a:xfrm>
            <a:off x="839788"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38" name="Google Shape;38;p26"/>
          <p:cNvSpPr txBox="1">
            <a:spLocks noGrp="1"/>
          </p:cNvSpPr>
          <p:nvPr>
            <p:ph type="body" idx="1"/>
          </p:nvPr>
        </p:nvSpPr>
        <p:spPr>
          <a:xfrm>
            <a:off x="839788" y="1681163"/>
            <a:ext cx="5157787"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39" name="Google Shape;39;p26"/>
          <p:cNvSpPr txBox="1">
            <a:spLocks noGrp="1"/>
          </p:cNvSpPr>
          <p:nvPr>
            <p:ph type="body" idx="2"/>
          </p:nvPr>
        </p:nvSpPr>
        <p:spPr>
          <a:xfrm>
            <a:off x="839788" y="2505075"/>
            <a:ext cx="5157787"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0" name="Google Shape;40;p26"/>
          <p:cNvSpPr txBox="1">
            <a:spLocks noGrp="1"/>
          </p:cNvSpPr>
          <p:nvPr>
            <p:ph type="body" idx="3"/>
          </p:nvPr>
        </p:nvSpPr>
        <p:spPr>
          <a:xfrm>
            <a:off x="6172200" y="1681163"/>
            <a:ext cx="5183188" cy="823912"/>
          </a:xfrm>
          <a:prstGeom prst="rect">
            <a:avLst/>
          </a:prstGeom>
          <a:noFill/>
          <a:ln>
            <a:noFill/>
          </a:ln>
        </p:spPr>
        <p:txBody>
          <a:bodyPr spcFirstLastPara="1" wrap="square" lIns="91425" tIns="45700" rIns="91425" bIns="45700" anchor="b" anchorCtr="0">
            <a:normAutofit/>
          </a:bodyPr>
          <a:lstStyle>
            <a:lvl1pPr marL="457200" lvl="0" indent="-228600" algn="l">
              <a:lnSpc>
                <a:spcPct val="90000"/>
              </a:lnSpc>
              <a:spcBef>
                <a:spcPts val="1000"/>
              </a:spcBef>
              <a:spcAft>
                <a:spcPts val="0"/>
              </a:spcAft>
              <a:buClr>
                <a:schemeClr val="dk1"/>
              </a:buClr>
              <a:buSzPts val="2400"/>
              <a:buNone/>
              <a:defRPr sz="2400" b="1"/>
            </a:lvl1pPr>
            <a:lvl2pPr marL="914400" lvl="1" indent="-228600" algn="l">
              <a:lnSpc>
                <a:spcPct val="90000"/>
              </a:lnSpc>
              <a:spcBef>
                <a:spcPts val="500"/>
              </a:spcBef>
              <a:spcAft>
                <a:spcPts val="0"/>
              </a:spcAft>
              <a:buClr>
                <a:schemeClr val="dk1"/>
              </a:buClr>
              <a:buSzPts val="2000"/>
              <a:buNone/>
              <a:defRPr sz="2000" b="1"/>
            </a:lvl2pPr>
            <a:lvl3pPr marL="1371600" lvl="2" indent="-228600" algn="l">
              <a:lnSpc>
                <a:spcPct val="90000"/>
              </a:lnSpc>
              <a:spcBef>
                <a:spcPts val="500"/>
              </a:spcBef>
              <a:spcAft>
                <a:spcPts val="0"/>
              </a:spcAft>
              <a:buClr>
                <a:schemeClr val="dk1"/>
              </a:buClr>
              <a:buSzPts val="1800"/>
              <a:buNone/>
              <a:defRPr sz="1800" b="1"/>
            </a:lvl3pPr>
            <a:lvl4pPr marL="1828800" lvl="3" indent="-228600" algn="l">
              <a:lnSpc>
                <a:spcPct val="90000"/>
              </a:lnSpc>
              <a:spcBef>
                <a:spcPts val="500"/>
              </a:spcBef>
              <a:spcAft>
                <a:spcPts val="0"/>
              </a:spcAft>
              <a:buClr>
                <a:schemeClr val="dk1"/>
              </a:buClr>
              <a:buSzPts val="1600"/>
              <a:buNone/>
              <a:defRPr sz="1600" b="1"/>
            </a:lvl4pPr>
            <a:lvl5pPr marL="2286000" lvl="4" indent="-228600" algn="l">
              <a:lnSpc>
                <a:spcPct val="90000"/>
              </a:lnSpc>
              <a:spcBef>
                <a:spcPts val="500"/>
              </a:spcBef>
              <a:spcAft>
                <a:spcPts val="0"/>
              </a:spcAft>
              <a:buClr>
                <a:schemeClr val="dk1"/>
              </a:buClr>
              <a:buSzPts val="1600"/>
              <a:buNone/>
              <a:defRPr sz="1600" b="1"/>
            </a:lvl5pPr>
            <a:lvl6pPr marL="2743200" lvl="5" indent="-228600" algn="l">
              <a:lnSpc>
                <a:spcPct val="90000"/>
              </a:lnSpc>
              <a:spcBef>
                <a:spcPts val="500"/>
              </a:spcBef>
              <a:spcAft>
                <a:spcPts val="0"/>
              </a:spcAft>
              <a:buClr>
                <a:schemeClr val="dk1"/>
              </a:buClr>
              <a:buSzPts val="1600"/>
              <a:buNone/>
              <a:defRPr sz="1600" b="1"/>
            </a:lvl6pPr>
            <a:lvl7pPr marL="3200400" lvl="6" indent="-228600" algn="l">
              <a:lnSpc>
                <a:spcPct val="90000"/>
              </a:lnSpc>
              <a:spcBef>
                <a:spcPts val="500"/>
              </a:spcBef>
              <a:spcAft>
                <a:spcPts val="0"/>
              </a:spcAft>
              <a:buClr>
                <a:schemeClr val="dk1"/>
              </a:buClr>
              <a:buSzPts val="1600"/>
              <a:buNone/>
              <a:defRPr sz="1600" b="1"/>
            </a:lvl7pPr>
            <a:lvl8pPr marL="3657600" lvl="7" indent="-228600" algn="l">
              <a:lnSpc>
                <a:spcPct val="90000"/>
              </a:lnSpc>
              <a:spcBef>
                <a:spcPts val="500"/>
              </a:spcBef>
              <a:spcAft>
                <a:spcPts val="0"/>
              </a:spcAft>
              <a:buClr>
                <a:schemeClr val="dk1"/>
              </a:buClr>
              <a:buSzPts val="1600"/>
              <a:buNone/>
              <a:defRPr sz="1600" b="1"/>
            </a:lvl8pPr>
            <a:lvl9pPr marL="4114800" lvl="8" indent="-228600" algn="l">
              <a:lnSpc>
                <a:spcPct val="90000"/>
              </a:lnSpc>
              <a:spcBef>
                <a:spcPts val="500"/>
              </a:spcBef>
              <a:spcAft>
                <a:spcPts val="0"/>
              </a:spcAft>
              <a:buClr>
                <a:schemeClr val="dk1"/>
              </a:buClr>
              <a:buSzPts val="1600"/>
              <a:buNone/>
              <a:defRPr sz="1600" b="1"/>
            </a:lvl9pPr>
          </a:lstStyle>
          <a:p>
            <a:endParaRPr/>
          </a:p>
        </p:txBody>
      </p:sp>
      <p:sp>
        <p:nvSpPr>
          <p:cNvPr id="41" name="Google Shape;41;p26"/>
          <p:cNvSpPr txBox="1">
            <a:spLocks noGrp="1"/>
          </p:cNvSpPr>
          <p:nvPr>
            <p:ph type="body" idx="4"/>
          </p:nvPr>
        </p:nvSpPr>
        <p:spPr>
          <a:xfrm>
            <a:off x="6172200" y="2505075"/>
            <a:ext cx="5183188" cy="3684588"/>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42" name="Google Shape;42;p26"/>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3" name="Google Shape;43;p26"/>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4" name="Google Shape;44;p26"/>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45"/>
        <p:cNvGrpSpPr/>
        <p:nvPr/>
      </p:nvGrpSpPr>
      <p:grpSpPr>
        <a:xfrm>
          <a:off x="0" y="0"/>
          <a:ext cx="0" cy="0"/>
          <a:chOff x="0" y="0"/>
          <a:chExt cx="0" cy="0"/>
        </a:xfrm>
      </p:grpSpPr>
      <p:sp>
        <p:nvSpPr>
          <p:cNvPr id="46" name="Google Shape;46;p27"/>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47" name="Google Shape;47;p27"/>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8" name="Google Shape;48;p27"/>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49" name="Google Shape;49;p27"/>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50"/>
        <p:cNvGrpSpPr/>
        <p:nvPr/>
      </p:nvGrpSpPr>
      <p:grpSpPr>
        <a:xfrm>
          <a:off x="0" y="0"/>
          <a:ext cx="0" cy="0"/>
          <a:chOff x="0" y="0"/>
          <a:chExt cx="0" cy="0"/>
        </a:xfrm>
      </p:grpSpPr>
      <p:sp>
        <p:nvSpPr>
          <p:cNvPr id="51" name="Google Shape;51;p28"/>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2" name="Google Shape;52;p28"/>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3" name="Google Shape;53;p28"/>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54"/>
        <p:cNvGrpSpPr/>
        <p:nvPr/>
      </p:nvGrpSpPr>
      <p:grpSpPr>
        <a:xfrm>
          <a:off x="0" y="0"/>
          <a:ext cx="0" cy="0"/>
          <a:chOff x="0" y="0"/>
          <a:chExt cx="0" cy="0"/>
        </a:xfrm>
      </p:grpSpPr>
      <p:sp>
        <p:nvSpPr>
          <p:cNvPr id="55" name="Google Shape;55;p29"/>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56" name="Google Shape;56;p29"/>
          <p:cNvSpPr txBox="1">
            <a:spLocks noGrp="1"/>
          </p:cNvSpPr>
          <p:nvPr>
            <p:ph type="body" idx="1"/>
          </p:nvPr>
        </p:nvSpPr>
        <p:spPr>
          <a:xfrm>
            <a:off x="5183188" y="987425"/>
            <a:ext cx="6172200" cy="4873625"/>
          </a:xfrm>
          <a:prstGeom prst="rect">
            <a:avLst/>
          </a:prstGeom>
          <a:noFill/>
          <a:ln>
            <a:noFill/>
          </a:ln>
        </p:spPr>
        <p:txBody>
          <a:bodyPr spcFirstLastPara="1" wrap="square" lIns="91425" tIns="45700" rIns="91425" bIns="45700" anchor="t" anchorCtr="0">
            <a:normAutofit/>
          </a:bodyPr>
          <a:lstStyle>
            <a:lvl1pPr marL="457200" lvl="0" indent="-431800" algn="l">
              <a:lnSpc>
                <a:spcPct val="90000"/>
              </a:lnSpc>
              <a:spcBef>
                <a:spcPts val="1000"/>
              </a:spcBef>
              <a:spcAft>
                <a:spcPts val="0"/>
              </a:spcAft>
              <a:buClr>
                <a:schemeClr val="dk1"/>
              </a:buClr>
              <a:buSzPts val="3200"/>
              <a:buChar char="•"/>
              <a:defRPr sz="3200"/>
            </a:lvl1pPr>
            <a:lvl2pPr marL="914400" lvl="1" indent="-406400" algn="l">
              <a:lnSpc>
                <a:spcPct val="90000"/>
              </a:lnSpc>
              <a:spcBef>
                <a:spcPts val="500"/>
              </a:spcBef>
              <a:spcAft>
                <a:spcPts val="0"/>
              </a:spcAft>
              <a:buClr>
                <a:schemeClr val="dk1"/>
              </a:buClr>
              <a:buSzPts val="2800"/>
              <a:buChar char="•"/>
              <a:defRPr sz="2800"/>
            </a:lvl2pPr>
            <a:lvl3pPr marL="1371600" lvl="2" indent="-381000" algn="l">
              <a:lnSpc>
                <a:spcPct val="90000"/>
              </a:lnSpc>
              <a:spcBef>
                <a:spcPts val="500"/>
              </a:spcBef>
              <a:spcAft>
                <a:spcPts val="0"/>
              </a:spcAft>
              <a:buClr>
                <a:schemeClr val="dk1"/>
              </a:buClr>
              <a:buSzPts val="2400"/>
              <a:buChar char="•"/>
              <a:defRPr sz="2400"/>
            </a:lvl3pPr>
            <a:lvl4pPr marL="1828800" lvl="3" indent="-355600" algn="l">
              <a:lnSpc>
                <a:spcPct val="90000"/>
              </a:lnSpc>
              <a:spcBef>
                <a:spcPts val="500"/>
              </a:spcBef>
              <a:spcAft>
                <a:spcPts val="0"/>
              </a:spcAft>
              <a:buClr>
                <a:schemeClr val="dk1"/>
              </a:buClr>
              <a:buSzPts val="2000"/>
              <a:buChar char="•"/>
              <a:defRPr sz="2000"/>
            </a:lvl4pPr>
            <a:lvl5pPr marL="2286000" lvl="4" indent="-355600" algn="l">
              <a:lnSpc>
                <a:spcPct val="90000"/>
              </a:lnSpc>
              <a:spcBef>
                <a:spcPts val="500"/>
              </a:spcBef>
              <a:spcAft>
                <a:spcPts val="0"/>
              </a:spcAft>
              <a:buClr>
                <a:schemeClr val="dk1"/>
              </a:buClr>
              <a:buSzPts val="2000"/>
              <a:buChar char="•"/>
              <a:defRPr sz="2000"/>
            </a:lvl5pPr>
            <a:lvl6pPr marL="2743200" lvl="5" indent="-355600" algn="l">
              <a:lnSpc>
                <a:spcPct val="90000"/>
              </a:lnSpc>
              <a:spcBef>
                <a:spcPts val="500"/>
              </a:spcBef>
              <a:spcAft>
                <a:spcPts val="0"/>
              </a:spcAft>
              <a:buClr>
                <a:schemeClr val="dk1"/>
              </a:buClr>
              <a:buSzPts val="2000"/>
              <a:buChar char="•"/>
              <a:defRPr sz="2000"/>
            </a:lvl6pPr>
            <a:lvl7pPr marL="3200400" lvl="6" indent="-355600" algn="l">
              <a:lnSpc>
                <a:spcPct val="90000"/>
              </a:lnSpc>
              <a:spcBef>
                <a:spcPts val="500"/>
              </a:spcBef>
              <a:spcAft>
                <a:spcPts val="0"/>
              </a:spcAft>
              <a:buClr>
                <a:schemeClr val="dk1"/>
              </a:buClr>
              <a:buSzPts val="2000"/>
              <a:buChar char="•"/>
              <a:defRPr sz="2000"/>
            </a:lvl7pPr>
            <a:lvl8pPr marL="3657600" lvl="7" indent="-355600" algn="l">
              <a:lnSpc>
                <a:spcPct val="90000"/>
              </a:lnSpc>
              <a:spcBef>
                <a:spcPts val="500"/>
              </a:spcBef>
              <a:spcAft>
                <a:spcPts val="0"/>
              </a:spcAft>
              <a:buClr>
                <a:schemeClr val="dk1"/>
              </a:buClr>
              <a:buSzPts val="2000"/>
              <a:buChar char="•"/>
              <a:defRPr sz="2000"/>
            </a:lvl8pPr>
            <a:lvl9pPr marL="4114800" lvl="8" indent="-355600" algn="l">
              <a:lnSpc>
                <a:spcPct val="90000"/>
              </a:lnSpc>
              <a:spcBef>
                <a:spcPts val="500"/>
              </a:spcBef>
              <a:spcAft>
                <a:spcPts val="0"/>
              </a:spcAft>
              <a:buClr>
                <a:schemeClr val="dk1"/>
              </a:buClr>
              <a:buSzPts val="2000"/>
              <a:buChar char="•"/>
              <a:defRPr sz="2000"/>
            </a:lvl9pPr>
          </a:lstStyle>
          <a:p>
            <a:endParaRPr/>
          </a:p>
        </p:txBody>
      </p:sp>
      <p:sp>
        <p:nvSpPr>
          <p:cNvPr id="57" name="Google Shape;57;p29"/>
          <p:cNvSpPr txBox="1">
            <a:spLocks noGrp="1"/>
          </p:cNvSpPr>
          <p:nvPr>
            <p:ph type="body" idx="2"/>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58" name="Google Shape;58;p29"/>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59" name="Google Shape;59;p29"/>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0" name="Google Shape;60;p29"/>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61"/>
        <p:cNvGrpSpPr/>
        <p:nvPr/>
      </p:nvGrpSpPr>
      <p:grpSpPr>
        <a:xfrm>
          <a:off x="0" y="0"/>
          <a:ext cx="0" cy="0"/>
          <a:chOff x="0" y="0"/>
          <a:chExt cx="0" cy="0"/>
        </a:xfrm>
      </p:grpSpPr>
      <p:sp>
        <p:nvSpPr>
          <p:cNvPr id="62" name="Google Shape;62;p30"/>
          <p:cNvSpPr txBox="1">
            <a:spLocks noGrp="1"/>
          </p:cNvSpPr>
          <p:nvPr>
            <p:ph type="title"/>
          </p:nvPr>
        </p:nvSpPr>
        <p:spPr>
          <a:xfrm>
            <a:off x="839788" y="457200"/>
            <a:ext cx="3932237" cy="1600200"/>
          </a:xfrm>
          <a:prstGeom prst="rect">
            <a:avLst/>
          </a:prstGeom>
          <a:noFill/>
          <a:ln>
            <a:noFill/>
          </a:ln>
        </p:spPr>
        <p:txBody>
          <a:bodyPr spcFirstLastPara="1" wrap="square" lIns="91425" tIns="45700" rIns="91425" bIns="45700" anchor="b" anchorCtr="0">
            <a:normAutofit/>
          </a:bodyPr>
          <a:lstStyle>
            <a:lvl1pPr lvl="0" algn="l">
              <a:lnSpc>
                <a:spcPct val="90000"/>
              </a:lnSpc>
              <a:spcBef>
                <a:spcPts val="0"/>
              </a:spcBef>
              <a:spcAft>
                <a:spcPts val="0"/>
              </a:spcAft>
              <a:buClr>
                <a:schemeClr val="dk1"/>
              </a:buClr>
              <a:buSzPts val="3200"/>
              <a:buFont typeface="Calibri"/>
              <a:buNone/>
              <a:defRPr sz="3200"/>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63" name="Google Shape;63;p30"/>
          <p:cNvSpPr>
            <a:spLocks noGrp="1"/>
          </p:cNvSpPr>
          <p:nvPr>
            <p:ph type="pic" idx="2"/>
          </p:nvPr>
        </p:nvSpPr>
        <p:spPr>
          <a:xfrm>
            <a:off x="5183188" y="987425"/>
            <a:ext cx="6172200" cy="4873625"/>
          </a:xfrm>
          <a:prstGeom prst="rect">
            <a:avLst/>
          </a:prstGeom>
          <a:noFill/>
          <a:ln>
            <a:noFill/>
          </a:ln>
        </p:spPr>
      </p:sp>
      <p:sp>
        <p:nvSpPr>
          <p:cNvPr id="64" name="Google Shape;64;p30"/>
          <p:cNvSpPr txBox="1">
            <a:spLocks noGrp="1"/>
          </p:cNvSpPr>
          <p:nvPr>
            <p:ph type="body" idx="1"/>
          </p:nvPr>
        </p:nvSpPr>
        <p:spPr>
          <a:xfrm>
            <a:off x="839788" y="2057400"/>
            <a:ext cx="3932237" cy="3811588"/>
          </a:xfrm>
          <a:prstGeom prst="rect">
            <a:avLst/>
          </a:prstGeom>
          <a:noFill/>
          <a:ln>
            <a:noFill/>
          </a:ln>
        </p:spPr>
        <p:txBody>
          <a:bodyPr spcFirstLastPara="1" wrap="square" lIns="91425" tIns="45700" rIns="91425" bIns="45700" anchor="t" anchorCtr="0">
            <a:normAutofit/>
          </a:bodyPr>
          <a:lstStyle>
            <a:lvl1pPr marL="457200" lvl="0" indent="-228600" algn="l">
              <a:lnSpc>
                <a:spcPct val="90000"/>
              </a:lnSpc>
              <a:spcBef>
                <a:spcPts val="1000"/>
              </a:spcBef>
              <a:spcAft>
                <a:spcPts val="0"/>
              </a:spcAft>
              <a:buClr>
                <a:schemeClr val="dk1"/>
              </a:buClr>
              <a:buSzPts val="1600"/>
              <a:buNone/>
              <a:defRPr sz="1600"/>
            </a:lvl1pPr>
            <a:lvl2pPr marL="914400" lvl="1" indent="-228600" algn="l">
              <a:lnSpc>
                <a:spcPct val="90000"/>
              </a:lnSpc>
              <a:spcBef>
                <a:spcPts val="500"/>
              </a:spcBef>
              <a:spcAft>
                <a:spcPts val="0"/>
              </a:spcAft>
              <a:buClr>
                <a:schemeClr val="dk1"/>
              </a:buClr>
              <a:buSzPts val="1400"/>
              <a:buNone/>
              <a:defRPr sz="1400"/>
            </a:lvl2pPr>
            <a:lvl3pPr marL="1371600" lvl="2" indent="-228600" algn="l">
              <a:lnSpc>
                <a:spcPct val="90000"/>
              </a:lnSpc>
              <a:spcBef>
                <a:spcPts val="500"/>
              </a:spcBef>
              <a:spcAft>
                <a:spcPts val="0"/>
              </a:spcAft>
              <a:buClr>
                <a:schemeClr val="dk1"/>
              </a:buClr>
              <a:buSzPts val="1200"/>
              <a:buNone/>
              <a:defRPr sz="1200"/>
            </a:lvl3pPr>
            <a:lvl4pPr marL="1828800" lvl="3" indent="-228600" algn="l">
              <a:lnSpc>
                <a:spcPct val="90000"/>
              </a:lnSpc>
              <a:spcBef>
                <a:spcPts val="500"/>
              </a:spcBef>
              <a:spcAft>
                <a:spcPts val="0"/>
              </a:spcAft>
              <a:buClr>
                <a:schemeClr val="dk1"/>
              </a:buClr>
              <a:buSzPts val="1000"/>
              <a:buNone/>
              <a:defRPr sz="1000"/>
            </a:lvl4pPr>
            <a:lvl5pPr marL="2286000" lvl="4" indent="-228600" algn="l">
              <a:lnSpc>
                <a:spcPct val="90000"/>
              </a:lnSpc>
              <a:spcBef>
                <a:spcPts val="500"/>
              </a:spcBef>
              <a:spcAft>
                <a:spcPts val="0"/>
              </a:spcAft>
              <a:buClr>
                <a:schemeClr val="dk1"/>
              </a:buClr>
              <a:buSzPts val="1000"/>
              <a:buNone/>
              <a:defRPr sz="1000"/>
            </a:lvl5pPr>
            <a:lvl6pPr marL="2743200" lvl="5" indent="-228600" algn="l">
              <a:lnSpc>
                <a:spcPct val="90000"/>
              </a:lnSpc>
              <a:spcBef>
                <a:spcPts val="500"/>
              </a:spcBef>
              <a:spcAft>
                <a:spcPts val="0"/>
              </a:spcAft>
              <a:buClr>
                <a:schemeClr val="dk1"/>
              </a:buClr>
              <a:buSzPts val="1000"/>
              <a:buNone/>
              <a:defRPr sz="1000"/>
            </a:lvl6pPr>
            <a:lvl7pPr marL="3200400" lvl="6" indent="-228600" algn="l">
              <a:lnSpc>
                <a:spcPct val="90000"/>
              </a:lnSpc>
              <a:spcBef>
                <a:spcPts val="500"/>
              </a:spcBef>
              <a:spcAft>
                <a:spcPts val="0"/>
              </a:spcAft>
              <a:buClr>
                <a:schemeClr val="dk1"/>
              </a:buClr>
              <a:buSzPts val="1000"/>
              <a:buNone/>
              <a:defRPr sz="1000"/>
            </a:lvl7pPr>
            <a:lvl8pPr marL="3657600" lvl="7" indent="-228600" algn="l">
              <a:lnSpc>
                <a:spcPct val="90000"/>
              </a:lnSpc>
              <a:spcBef>
                <a:spcPts val="500"/>
              </a:spcBef>
              <a:spcAft>
                <a:spcPts val="0"/>
              </a:spcAft>
              <a:buClr>
                <a:schemeClr val="dk1"/>
              </a:buClr>
              <a:buSzPts val="1000"/>
              <a:buNone/>
              <a:defRPr sz="1000"/>
            </a:lvl8pPr>
            <a:lvl9pPr marL="4114800" lvl="8" indent="-228600" algn="l">
              <a:lnSpc>
                <a:spcPct val="90000"/>
              </a:lnSpc>
              <a:spcBef>
                <a:spcPts val="500"/>
              </a:spcBef>
              <a:spcAft>
                <a:spcPts val="0"/>
              </a:spcAft>
              <a:buClr>
                <a:schemeClr val="dk1"/>
              </a:buClr>
              <a:buSzPts val="1000"/>
              <a:buNone/>
              <a:defRPr sz="1000"/>
            </a:lvl9pPr>
          </a:lstStyle>
          <a:p>
            <a:endParaRPr/>
          </a:p>
        </p:txBody>
      </p:sp>
      <p:sp>
        <p:nvSpPr>
          <p:cNvPr id="65" name="Google Shape;65;p30"/>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6" name="Google Shape;66;p30"/>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67" name="Google Shape;67;p30"/>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68"/>
        <p:cNvGrpSpPr/>
        <p:nvPr/>
      </p:nvGrpSpPr>
      <p:grpSpPr>
        <a:xfrm>
          <a:off x="0" y="0"/>
          <a:ext cx="0" cy="0"/>
          <a:chOff x="0" y="0"/>
          <a:chExt cx="0" cy="0"/>
        </a:xfrm>
      </p:grpSpPr>
      <p:sp>
        <p:nvSpPr>
          <p:cNvPr id="69" name="Google Shape;69;p3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0" name="Google Shape;70;p31"/>
          <p:cNvSpPr txBox="1">
            <a:spLocks noGrp="1"/>
          </p:cNvSpPr>
          <p:nvPr>
            <p:ph type="body" idx="1"/>
          </p:nvPr>
        </p:nvSpPr>
        <p:spPr>
          <a:xfrm rot="5400000">
            <a:off x="3920331" y="-1256506"/>
            <a:ext cx="4351338" cy="105156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1" name="Google Shape;71;p3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2" name="Google Shape;72;p3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3" name="Google Shape;73;p3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74"/>
        <p:cNvGrpSpPr/>
        <p:nvPr/>
      </p:nvGrpSpPr>
      <p:grpSpPr>
        <a:xfrm>
          <a:off x="0" y="0"/>
          <a:ext cx="0" cy="0"/>
          <a:chOff x="0" y="0"/>
          <a:chExt cx="0" cy="0"/>
        </a:xfrm>
      </p:grpSpPr>
      <p:sp>
        <p:nvSpPr>
          <p:cNvPr id="75" name="Google Shape;75;p32"/>
          <p:cNvSpPr txBox="1">
            <a:spLocks noGrp="1"/>
          </p:cNvSpPr>
          <p:nvPr>
            <p:ph type="title"/>
          </p:nvPr>
        </p:nvSpPr>
        <p:spPr>
          <a:xfrm rot="5400000">
            <a:off x="7133431" y="1956594"/>
            <a:ext cx="5811838" cy="2628900"/>
          </a:xfrm>
          <a:prstGeom prst="rect">
            <a:avLst/>
          </a:prstGeom>
          <a:noFill/>
          <a:ln>
            <a:noFill/>
          </a:ln>
        </p:spPr>
        <p:txBody>
          <a:bodyPr spcFirstLastPara="1" wrap="square" lIns="91425" tIns="45700" rIns="91425" bIns="45700" anchor="ctr" anchorCtr="0">
            <a:normAutofit/>
          </a:bodyPr>
          <a:lstStyle>
            <a:lvl1pPr lvl="0" algn="l">
              <a:lnSpc>
                <a:spcPct val="90000"/>
              </a:lnSpc>
              <a:spcBef>
                <a:spcPts val="0"/>
              </a:spcBef>
              <a:spcAft>
                <a:spcPts val="0"/>
              </a:spcAft>
              <a:buClr>
                <a:schemeClr val="dk1"/>
              </a:buClr>
              <a:buSzPts val="1800"/>
              <a:buNone/>
              <a:defRPr/>
            </a:lvl1pPr>
            <a:lvl2pPr lvl="1">
              <a:spcBef>
                <a:spcPts val="0"/>
              </a:spcBef>
              <a:spcAft>
                <a:spcPts val="0"/>
              </a:spcAft>
              <a:buSzPts val="1400"/>
              <a:buNone/>
              <a:defRPr/>
            </a:lvl2pPr>
            <a:lvl3pPr lvl="2">
              <a:spcBef>
                <a:spcPts val="0"/>
              </a:spcBef>
              <a:spcAft>
                <a:spcPts val="0"/>
              </a:spcAft>
              <a:buSzPts val="1400"/>
              <a:buNone/>
              <a:defRPr/>
            </a:lvl3pPr>
            <a:lvl4pPr lvl="3">
              <a:spcBef>
                <a:spcPts val="0"/>
              </a:spcBef>
              <a:spcAft>
                <a:spcPts val="0"/>
              </a:spcAft>
              <a:buSzPts val="1400"/>
              <a:buNone/>
              <a:defRPr/>
            </a:lvl4pPr>
            <a:lvl5pPr lvl="4">
              <a:spcBef>
                <a:spcPts val="0"/>
              </a:spcBef>
              <a:spcAft>
                <a:spcPts val="0"/>
              </a:spcAft>
              <a:buSzPts val="1400"/>
              <a:buNone/>
              <a:defRPr/>
            </a:lvl5pPr>
            <a:lvl6pPr lvl="5">
              <a:spcBef>
                <a:spcPts val="0"/>
              </a:spcBef>
              <a:spcAft>
                <a:spcPts val="0"/>
              </a:spcAft>
              <a:buSzPts val="1400"/>
              <a:buNone/>
              <a:defRPr/>
            </a:lvl6pPr>
            <a:lvl7pPr lvl="6">
              <a:spcBef>
                <a:spcPts val="0"/>
              </a:spcBef>
              <a:spcAft>
                <a:spcPts val="0"/>
              </a:spcAft>
              <a:buSzPts val="1400"/>
              <a:buNone/>
              <a:defRPr/>
            </a:lvl7pPr>
            <a:lvl8pPr lvl="7">
              <a:spcBef>
                <a:spcPts val="0"/>
              </a:spcBef>
              <a:spcAft>
                <a:spcPts val="0"/>
              </a:spcAft>
              <a:buSzPts val="1400"/>
              <a:buNone/>
              <a:defRPr/>
            </a:lvl8pPr>
            <a:lvl9pPr lvl="8">
              <a:spcBef>
                <a:spcPts val="0"/>
              </a:spcBef>
              <a:spcAft>
                <a:spcPts val="0"/>
              </a:spcAft>
              <a:buSzPts val="1400"/>
              <a:buNone/>
              <a:defRPr/>
            </a:lvl9pPr>
          </a:lstStyle>
          <a:p>
            <a:endParaRPr/>
          </a:p>
        </p:txBody>
      </p:sp>
      <p:sp>
        <p:nvSpPr>
          <p:cNvPr id="76" name="Google Shape;76;p32"/>
          <p:cNvSpPr txBox="1">
            <a:spLocks noGrp="1"/>
          </p:cNvSpPr>
          <p:nvPr>
            <p:ph type="body" idx="1"/>
          </p:nvPr>
        </p:nvSpPr>
        <p:spPr>
          <a:xfrm rot="5400000">
            <a:off x="1799431" y="-596106"/>
            <a:ext cx="5811838" cy="7734300"/>
          </a:xfrm>
          <a:prstGeom prst="rect">
            <a:avLst/>
          </a:prstGeom>
          <a:noFill/>
          <a:ln>
            <a:noFill/>
          </a:ln>
        </p:spPr>
        <p:txBody>
          <a:bodyPr spcFirstLastPara="1" wrap="square" lIns="91425" tIns="45700" rIns="91425" bIns="45700" anchor="t" anchorCtr="0">
            <a:normAutofit/>
          </a:bodyPr>
          <a:lstStyle>
            <a:lvl1pPr marL="457200" lvl="0" indent="-342900" algn="l">
              <a:lnSpc>
                <a:spcPct val="90000"/>
              </a:lnSpc>
              <a:spcBef>
                <a:spcPts val="1000"/>
              </a:spcBef>
              <a:spcAft>
                <a:spcPts val="0"/>
              </a:spcAft>
              <a:buClr>
                <a:schemeClr val="dk1"/>
              </a:buClr>
              <a:buSzPts val="1800"/>
              <a:buChar char="•"/>
              <a:defRPr/>
            </a:lvl1pPr>
            <a:lvl2pPr marL="914400" lvl="1" indent="-342900" algn="l">
              <a:lnSpc>
                <a:spcPct val="90000"/>
              </a:lnSpc>
              <a:spcBef>
                <a:spcPts val="500"/>
              </a:spcBef>
              <a:spcAft>
                <a:spcPts val="0"/>
              </a:spcAft>
              <a:buClr>
                <a:schemeClr val="dk1"/>
              </a:buClr>
              <a:buSzPts val="1800"/>
              <a:buChar char="•"/>
              <a:defRPr/>
            </a:lvl2pPr>
            <a:lvl3pPr marL="1371600" lvl="2" indent="-342900" algn="l">
              <a:lnSpc>
                <a:spcPct val="90000"/>
              </a:lnSpc>
              <a:spcBef>
                <a:spcPts val="500"/>
              </a:spcBef>
              <a:spcAft>
                <a:spcPts val="0"/>
              </a:spcAft>
              <a:buClr>
                <a:schemeClr val="dk1"/>
              </a:buClr>
              <a:buSzPts val="1800"/>
              <a:buChar char="•"/>
              <a:defRPr/>
            </a:lvl3pPr>
            <a:lvl4pPr marL="1828800" lvl="3" indent="-342900" algn="l">
              <a:lnSpc>
                <a:spcPct val="90000"/>
              </a:lnSpc>
              <a:spcBef>
                <a:spcPts val="500"/>
              </a:spcBef>
              <a:spcAft>
                <a:spcPts val="0"/>
              </a:spcAft>
              <a:buClr>
                <a:schemeClr val="dk1"/>
              </a:buClr>
              <a:buSzPts val="1800"/>
              <a:buChar char="•"/>
              <a:defRPr/>
            </a:lvl4pPr>
            <a:lvl5pPr marL="2286000" lvl="4" indent="-342900" algn="l">
              <a:lnSpc>
                <a:spcPct val="90000"/>
              </a:lnSpc>
              <a:spcBef>
                <a:spcPts val="500"/>
              </a:spcBef>
              <a:spcAft>
                <a:spcPts val="0"/>
              </a:spcAft>
              <a:buClr>
                <a:schemeClr val="dk1"/>
              </a:buClr>
              <a:buSzPts val="1800"/>
              <a:buChar char="•"/>
              <a:defRPr/>
            </a:lvl5pPr>
            <a:lvl6pPr marL="2743200" lvl="5" indent="-342900" algn="l">
              <a:lnSpc>
                <a:spcPct val="90000"/>
              </a:lnSpc>
              <a:spcBef>
                <a:spcPts val="500"/>
              </a:spcBef>
              <a:spcAft>
                <a:spcPts val="0"/>
              </a:spcAft>
              <a:buClr>
                <a:schemeClr val="dk1"/>
              </a:buClr>
              <a:buSzPts val="1800"/>
              <a:buChar char="•"/>
              <a:defRPr/>
            </a:lvl6pPr>
            <a:lvl7pPr marL="3200400" lvl="6" indent="-342900" algn="l">
              <a:lnSpc>
                <a:spcPct val="90000"/>
              </a:lnSpc>
              <a:spcBef>
                <a:spcPts val="500"/>
              </a:spcBef>
              <a:spcAft>
                <a:spcPts val="0"/>
              </a:spcAft>
              <a:buClr>
                <a:schemeClr val="dk1"/>
              </a:buClr>
              <a:buSzPts val="1800"/>
              <a:buChar char="•"/>
              <a:defRPr/>
            </a:lvl7pPr>
            <a:lvl8pPr marL="3657600" lvl="7" indent="-342900" algn="l">
              <a:lnSpc>
                <a:spcPct val="90000"/>
              </a:lnSpc>
              <a:spcBef>
                <a:spcPts val="500"/>
              </a:spcBef>
              <a:spcAft>
                <a:spcPts val="0"/>
              </a:spcAft>
              <a:buClr>
                <a:schemeClr val="dk1"/>
              </a:buClr>
              <a:buSzPts val="1800"/>
              <a:buChar char="•"/>
              <a:defRPr/>
            </a:lvl8pPr>
            <a:lvl9pPr marL="4114800" lvl="8" indent="-342900" algn="l">
              <a:lnSpc>
                <a:spcPct val="90000"/>
              </a:lnSpc>
              <a:spcBef>
                <a:spcPts val="500"/>
              </a:spcBef>
              <a:spcAft>
                <a:spcPts val="0"/>
              </a:spcAft>
              <a:buClr>
                <a:schemeClr val="dk1"/>
              </a:buClr>
              <a:buSzPts val="1800"/>
              <a:buChar char="•"/>
              <a:defRPr/>
            </a:lvl9pPr>
          </a:lstStyle>
          <a:p>
            <a:endParaRPr/>
          </a:p>
        </p:txBody>
      </p:sp>
      <p:sp>
        <p:nvSpPr>
          <p:cNvPr id="77" name="Google Shape;77;p32"/>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lvl="0" algn="l">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8" name="Google Shape;78;p32"/>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lvl="0" algn="ctr">
              <a:spcBef>
                <a:spcPts val="0"/>
              </a:spcBef>
              <a:spcAft>
                <a:spcPts val="0"/>
              </a:spcAft>
              <a:buSzPts val="1400"/>
              <a:buNone/>
              <a:defRPr/>
            </a:lvl1pPr>
            <a:lvl2pPr lvl="1" algn="l">
              <a:spcBef>
                <a:spcPts val="0"/>
              </a:spcBef>
              <a:spcAft>
                <a:spcPts val="0"/>
              </a:spcAft>
              <a:buSzPts val="1400"/>
              <a:buNone/>
              <a:defRPr/>
            </a:lvl2pPr>
            <a:lvl3pPr lvl="2" algn="l">
              <a:spcBef>
                <a:spcPts val="0"/>
              </a:spcBef>
              <a:spcAft>
                <a:spcPts val="0"/>
              </a:spcAft>
              <a:buSzPts val="1400"/>
              <a:buNone/>
              <a:defRPr/>
            </a:lvl3pPr>
            <a:lvl4pPr lvl="3" algn="l">
              <a:spcBef>
                <a:spcPts val="0"/>
              </a:spcBef>
              <a:spcAft>
                <a:spcPts val="0"/>
              </a:spcAft>
              <a:buSzPts val="1400"/>
              <a:buNone/>
              <a:defRPr/>
            </a:lvl4pPr>
            <a:lvl5pPr lvl="4" algn="l">
              <a:spcBef>
                <a:spcPts val="0"/>
              </a:spcBef>
              <a:spcAft>
                <a:spcPts val="0"/>
              </a:spcAft>
              <a:buSzPts val="1400"/>
              <a:buNone/>
              <a:defRPr/>
            </a:lvl5pPr>
            <a:lvl6pPr lvl="5" algn="l">
              <a:spcBef>
                <a:spcPts val="0"/>
              </a:spcBef>
              <a:spcAft>
                <a:spcPts val="0"/>
              </a:spcAft>
              <a:buSzPts val="1400"/>
              <a:buNone/>
              <a:defRPr/>
            </a:lvl6pPr>
            <a:lvl7pPr lvl="6" algn="l">
              <a:spcBef>
                <a:spcPts val="0"/>
              </a:spcBef>
              <a:spcAft>
                <a:spcPts val="0"/>
              </a:spcAft>
              <a:buSzPts val="1400"/>
              <a:buNone/>
              <a:defRPr/>
            </a:lvl7pPr>
            <a:lvl8pPr lvl="7" algn="l">
              <a:spcBef>
                <a:spcPts val="0"/>
              </a:spcBef>
              <a:spcAft>
                <a:spcPts val="0"/>
              </a:spcAft>
              <a:buSzPts val="1400"/>
              <a:buNone/>
              <a:defRPr/>
            </a:lvl8pPr>
            <a:lvl9pPr lvl="8" algn="l">
              <a:spcBef>
                <a:spcPts val="0"/>
              </a:spcBef>
              <a:spcAft>
                <a:spcPts val="0"/>
              </a:spcAft>
              <a:buSzPts val="1400"/>
              <a:buNone/>
              <a:defRPr/>
            </a:lvl9pPr>
          </a:lstStyle>
          <a:p>
            <a:endParaRPr/>
          </a:p>
        </p:txBody>
      </p:sp>
      <p:sp>
        <p:nvSpPr>
          <p:cNvPr id="79" name="Google Shape;79;p32"/>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lvl="0" indent="0" algn="r">
              <a:spcBef>
                <a:spcPts val="0"/>
              </a:spcBef>
              <a:buNone/>
              <a:defRPr/>
            </a:lvl1pPr>
            <a:lvl2pPr marL="0" lvl="1" indent="0" algn="r">
              <a:spcBef>
                <a:spcPts val="0"/>
              </a:spcBef>
              <a:buNone/>
              <a:defRPr/>
            </a:lvl2pPr>
            <a:lvl3pPr marL="0" lvl="2" indent="0" algn="r">
              <a:spcBef>
                <a:spcPts val="0"/>
              </a:spcBef>
              <a:buNone/>
              <a:defRPr/>
            </a:lvl3pPr>
            <a:lvl4pPr marL="0" lvl="3" indent="0" algn="r">
              <a:spcBef>
                <a:spcPts val="0"/>
              </a:spcBef>
              <a:buNone/>
              <a:defRPr/>
            </a:lvl4pPr>
            <a:lvl5pPr marL="0" lvl="4" indent="0" algn="r">
              <a:spcBef>
                <a:spcPts val="0"/>
              </a:spcBef>
              <a:buNone/>
              <a:defRPr/>
            </a:lvl5pPr>
            <a:lvl6pPr marL="0" lvl="5" indent="0" algn="r">
              <a:spcBef>
                <a:spcPts val="0"/>
              </a:spcBef>
              <a:buNone/>
              <a:defRPr/>
            </a:lvl6pPr>
            <a:lvl7pPr marL="0" lvl="6" indent="0" algn="r">
              <a:spcBef>
                <a:spcPts val="0"/>
              </a:spcBef>
              <a:buNone/>
              <a:defRPr/>
            </a:lvl7pPr>
            <a:lvl8pPr marL="0" lvl="7" indent="0" algn="r">
              <a:spcBef>
                <a:spcPts val="0"/>
              </a:spcBef>
              <a:buNone/>
              <a:defRPr/>
            </a:lvl8pPr>
            <a:lvl9pPr marL="0" lvl="8" indent="0" algn="r">
              <a:spcBef>
                <a:spcPts val="0"/>
              </a:spcBef>
              <a:buNone/>
              <a:defRPr/>
            </a:lvl9pPr>
          </a:lstStyle>
          <a:p>
            <a:pPr marL="0" lvl="0" indent="0" algn="r" rtl="0">
              <a:spcBef>
                <a:spcPts val="0"/>
              </a:spcBef>
              <a:spcAft>
                <a:spcPts val="0"/>
              </a:spcAft>
              <a:buNone/>
            </a:pPr>
            <a:fld id="{00000000-1234-1234-1234-123412341234}" type="slidenum">
              <a:rPr lang="en-US"/>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theme" Target="../theme/theme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
        <p:cNvGrpSpPr/>
        <p:nvPr/>
      </p:nvGrpSpPr>
      <p:grpSpPr>
        <a:xfrm>
          <a:off x="0" y="0"/>
          <a:ext cx="0" cy="0"/>
          <a:chOff x="0" y="0"/>
          <a:chExt cx="0" cy="0"/>
        </a:xfrm>
      </p:grpSpPr>
      <p:sp>
        <p:nvSpPr>
          <p:cNvPr id="6" name="Google Shape;6;p21"/>
          <p:cNvSpPr txBox="1">
            <a:spLocks noGrp="1"/>
          </p:cNvSpPr>
          <p:nvPr>
            <p:ph type="title"/>
          </p:nvPr>
        </p:nvSpPr>
        <p:spPr>
          <a:xfrm>
            <a:off x="838200" y="365125"/>
            <a:ext cx="10515600" cy="1325563"/>
          </a:xfrm>
          <a:prstGeom prst="rect">
            <a:avLst/>
          </a:prstGeom>
          <a:noFill/>
          <a:ln>
            <a:noFill/>
          </a:ln>
        </p:spPr>
        <p:txBody>
          <a:bodyPr spcFirstLastPara="1" wrap="square" lIns="91425" tIns="45700" rIns="91425" bIns="45700" anchor="ctr" anchorCtr="0">
            <a:normAutofit/>
          </a:bodyPr>
          <a:lstStyle>
            <a:lvl1pPr marR="0" lvl="0" algn="l" rtl="0">
              <a:lnSpc>
                <a:spcPct val="90000"/>
              </a:lnSpc>
              <a:spcBef>
                <a:spcPts val="0"/>
              </a:spcBef>
              <a:spcAft>
                <a:spcPts val="0"/>
              </a:spcAft>
              <a:buClr>
                <a:schemeClr val="dk1"/>
              </a:buClr>
              <a:buSzPts val="4400"/>
              <a:buFont typeface="Calibri"/>
              <a:buNone/>
              <a:defRPr sz="4400" b="0" i="0" u="none" strike="noStrike" cap="none">
                <a:solidFill>
                  <a:schemeClr val="dk1"/>
                </a:solidFill>
                <a:latin typeface="Calibri"/>
                <a:ea typeface="Calibri"/>
                <a:cs typeface="Calibri"/>
                <a:sym typeface="Calibri"/>
              </a:defRPr>
            </a:lvl1pPr>
            <a:lvl2pPr lvl="1">
              <a:spcBef>
                <a:spcPts val="0"/>
              </a:spcBef>
              <a:spcAft>
                <a:spcPts val="0"/>
              </a:spcAft>
              <a:buSzPts val="1400"/>
              <a:buNone/>
              <a:defRPr sz="1800"/>
            </a:lvl2pPr>
            <a:lvl3pPr lvl="2">
              <a:spcBef>
                <a:spcPts val="0"/>
              </a:spcBef>
              <a:spcAft>
                <a:spcPts val="0"/>
              </a:spcAft>
              <a:buSzPts val="1400"/>
              <a:buNone/>
              <a:defRPr sz="1800"/>
            </a:lvl3pPr>
            <a:lvl4pPr lvl="3">
              <a:spcBef>
                <a:spcPts val="0"/>
              </a:spcBef>
              <a:spcAft>
                <a:spcPts val="0"/>
              </a:spcAft>
              <a:buSzPts val="1400"/>
              <a:buNone/>
              <a:defRPr sz="1800"/>
            </a:lvl4pPr>
            <a:lvl5pPr lvl="4">
              <a:spcBef>
                <a:spcPts val="0"/>
              </a:spcBef>
              <a:spcAft>
                <a:spcPts val="0"/>
              </a:spcAft>
              <a:buSzPts val="1400"/>
              <a:buNone/>
              <a:defRPr sz="1800"/>
            </a:lvl5pPr>
            <a:lvl6pPr lvl="5">
              <a:spcBef>
                <a:spcPts val="0"/>
              </a:spcBef>
              <a:spcAft>
                <a:spcPts val="0"/>
              </a:spcAft>
              <a:buSzPts val="1400"/>
              <a:buNone/>
              <a:defRPr sz="1800"/>
            </a:lvl6pPr>
            <a:lvl7pPr lvl="6">
              <a:spcBef>
                <a:spcPts val="0"/>
              </a:spcBef>
              <a:spcAft>
                <a:spcPts val="0"/>
              </a:spcAft>
              <a:buSzPts val="1400"/>
              <a:buNone/>
              <a:defRPr sz="1800"/>
            </a:lvl7pPr>
            <a:lvl8pPr lvl="7">
              <a:spcBef>
                <a:spcPts val="0"/>
              </a:spcBef>
              <a:spcAft>
                <a:spcPts val="0"/>
              </a:spcAft>
              <a:buSzPts val="1400"/>
              <a:buNone/>
              <a:defRPr sz="1800"/>
            </a:lvl8pPr>
            <a:lvl9pPr lvl="8">
              <a:spcBef>
                <a:spcPts val="0"/>
              </a:spcBef>
              <a:spcAft>
                <a:spcPts val="0"/>
              </a:spcAft>
              <a:buSzPts val="1400"/>
              <a:buNone/>
              <a:defRPr sz="1800"/>
            </a:lvl9pPr>
          </a:lstStyle>
          <a:p>
            <a:endParaRPr/>
          </a:p>
        </p:txBody>
      </p:sp>
      <p:sp>
        <p:nvSpPr>
          <p:cNvPr id="7" name="Google Shape;7;p21"/>
          <p:cNvSpPr txBox="1">
            <a:spLocks noGrp="1"/>
          </p:cNvSpPr>
          <p:nvPr>
            <p:ph type="body" idx="1"/>
          </p:nvPr>
        </p:nvSpPr>
        <p:spPr>
          <a:xfrm>
            <a:off x="838200" y="1825625"/>
            <a:ext cx="10515600" cy="4351338"/>
          </a:xfrm>
          <a:prstGeom prst="rect">
            <a:avLst/>
          </a:prstGeom>
          <a:noFill/>
          <a:ln>
            <a:noFill/>
          </a:ln>
        </p:spPr>
        <p:txBody>
          <a:bodyPr spcFirstLastPara="1" wrap="square" lIns="91425" tIns="45700" rIns="91425" bIns="45700" anchor="t" anchorCtr="0">
            <a:normAutofit/>
          </a:bodyPr>
          <a:lstStyle>
            <a:lvl1pPr marL="457200" marR="0" lvl="0" indent="-406400" algn="l" rtl="0">
              <a:lnSpc>
                <a:spcPct val="90000"/>
              </a:lnSpc>
              <a:spcBef>
                <a:spcPts val="1000"/>
              </a:spcBef>
              <a:spcAft>
                <a:spcPts val="0"/>
              </a:spcAft>
              <a:buClr>
                <a:schemeClr val="dk1"/>
              </a:buClr>
              <a:buSzPts val="2800"/>
              <a:buFont typeface="Arial"/>
              <a:buChar char="•"/>
              <a:defRPr sz="2800" b="0" i="0" u="none" strike="noStrike" cap="none">
                <a:solidFill>
                  <a:schemeClr val="dk1"/>
                </a:solidFill>
                <a:latin typeface="Calibri"/>
                <a:ea typeface="Calibri"/>
                <a:cs typeface="Calibri"/>
                <a:sym typeface="Calibri"/>
              </a:defRPr>
            </a:lvl1pPr>
            <a:lvl2pPr marL="914400" marR="0" lvl="1" indent="-381000" algn="l" rtl="0">
              <a:lnSpc>
                <a:spcPct val="90000"/>
              </a:lnSpc>
              <a:spcBef>
                <a:spcPts val="500"/>
              </a:spcBef>
              <a:spcAft>
                <a:spcPts val="0"/>
              </a:spcAft>
              <a:buClr>
                <a:schemeClr val="dk1"/>
              </a:buClr>
              <a:buSzPts val="2400"/>
              <a:buFont typeface="Arial"/>
              <a:buChar char="•"/>
              <a:defRPr sz="2400" b="0" i="0" u="none" strike="noStrike" cap="none">
                <a:solidFill>
                  <a:schemeClr val="dk1"/>
                </a:solidFill>
                <a:latin typeface="Calibri"/>
                <a:ea typeface="Calibri"/>
                <a:cs typeface="Calibri"/>
                <a:sym typeface="Calibri"/>
              </a:defRPr>
            </a:lvl2pPr>
            <a:lvl3pPr marL="1371600" marR="0" lvl="2" indent="-355600" algn="l" rtl="0">
              <a:lnSpc>
                <a:spcPct val="90000"/>
              </a:lnSpc>
              <a:spcBef>
                <a:spcPts val="5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3pPr>
            <a:lvl4pPr marL="1828800" marR="0" lvl="3"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4pPr>
            <a:lvl5pPr marL="2286000" marR="0" lvl="4"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5pPr>
            <a:lvl6pPr marL="2743200" marR="0" lvl="5"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90000"/>
              </a:lnSpc>
              <a:spcBef>
                <a:spcPts val="50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8" name="Google Shape;8;p21"/>
          <p:cNvSpPr txBox="1">
            <a:spLocks noGrp="1"/>
          </p:cNvSpPr>
          <p:nvPr>
            <p:ph type="dt" idx="10"/>
          </p:nvPr>
        </p:nvSpPr>
        <p:spPr>
          <a:xfrm>
            <a:off x="838200" y="6356350"/>
            <a:ext cx="2743200" cy="365125"/>
          </a:xfrm>
          <a:prstGeom prst="rect">
            <a:avLst/>
          </a:prstGeom>
          <a:noFill/>
          <a:ln>
            <a:noFill/>
          </a:ln>
        </p:spPr>
        <p:txBody>
          <a:bodyPr spcFirstLastPara="1" wrap="square" lIns="91425" tIns="45700" rIns="91425" bIns="45700" anchor="ctr" anchorCtr="0">
            <a:noAutofit/>
          </a:bodyPr>
          <a:lstStyle>
            <a:lvl1pPr marR="0" lvl="0" algn="l"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21"/>
          <p:cNvSpPr txBox="1">
            <a:spLocks noGrp="1"/>
          </p:cNvSpPr>
          <p:nvPr>
            <p:ph type="ftr" idx="11"/>
          </p:nvPr>
        </p:nvSpPr>
        <p:spPr>
          <a:xfrm>
            <a:off x="4038600" y="6356350"/>
            <a:ext cx="4114800" cy="365125"/>
          </a:xfrm>
          <a:prstGeom prst="rect">
            <a:avLst/>
          </a:prstGeom>
          <a:noFill/>
          <a:ln>
            <a:noFill/>
          </a:ln>
        </p:spPr>
        <p:txBody>
          <a:bodyPr spcFirstLastPara="1" wrap="square" lIns="91425" tIns="45700" rIns="91425" bIns="45700" anchor="ctr" anchorCtr="0">
            <a:noAutofit/>
          </a:bodyPr>
          <a:lstStyle>
            <a:lvl1pPr marR="0" lvl="0" algn="ctr" rtl="0">
              <a:spcBef>
                <a:spcPts val="0"/>
              </a:spcBef>
              <a:spcAft>
                <a:spcPts val="0"/>
              </a:spcAft>
              <a:buSzPts val="1400"/>
              <a:buNone/>
              <a:defRPr sz="1200" b="0" i="0" u="none" strike="noStrike" cap="none">
                <a:solidFill>
                  <a:srgbClr val="888888"/>
                </a:solidFill>
                <a:latin typeface="Calibri"/>
                <a:ea typeface="Calibri"/>
                <a:cs typeface="Calibri"/>
                <a:sym typeface="Calibri"/>
              </a:defRPr>
            </a:lvl1pPr>
            <a:lvl2pPr marR="0" lvl="1"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2pPr>
            <a:lvl3pPr marR="0" lvl="2"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3pPr>
            <a:lvl4pPr marR="0" lvl="3"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4pPr>
            <a:lvl5pPr marR="0" lvl="4"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5pPr>
            <a:lvl6pPr marR="0" lvl="5"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6pPr>
            <a:lvl7pPr marR="0" lvl="6"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7pPr>
            <a:lvl8pPr marR="0" lvl="7"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8pPr>
            <a:lvl9pPr marR="0" lvl="8" algn="l" rtl="0">
              <a:spcBef>
                <a:spcPts val="0"/>
              </a:spcBef>
              <a:spcAft>
                <a:spcPts val="0"/>
              </a:spcAft>
              <a:buSzPts val="1400"/>
              <a:buNone/>
              <a:defRPr sz="1800" b="0" i="0" u="none" strike="noStrike" cap="none">
                <a:solidFill>
                  <a:schemeClr val="dk1"/>
                </a:solidFill>
                <a:latin typeface="Calibri"/>
                <a:ea typeface="Calibri"/>
                <a:cs typeface="Calibri"/>
                <a:sym typeface="Calibri"/>
              </a:defRPr>
            </a:lvl9pPr>
          </a:lstStyle>
          <a:p>
            <a:endParaRPr/>
          </a:p>
        </p:txBody>
      </p:sp>
      <p:sp>
        <p:nvSpPr>
          <p:cNvPr id="10" name="Google Shape;10;p21"/>
          <p:cNvSpPr txBox="1">
            <a:spLocks noGrp="1"/>
          </p:cNvSpPr>
          <p:nvPr>
            <p:ph type="sldNum" idx="12"/>
          </p:nvPr>
        </p:nvSpPr>
        <p:spPr>
          <a:xfrm>
            <a:off x="8610600" y="6356350"/>
            <a:ext cx="2743200" cy="365125"/>
          </a:xfrm>
          <a:prstGeom prst="rect">
            <a:avLst/>
          </a:prstGeom>
          <a:noFill/>
          <a:ln>
            <a:noFill/>
          </a:ln>
        </p:spPr>
        <p:txBody>
          <a:bodyPr spcFirstLastPara="1" wrap="square" lIns="91425" tIns="45700" rIns="91425" bIns="45700" anchor="ctr" anchorCtr="0">
            <a:noAutofit/>
          </a:bodyPr>
          <a:lstStyle>
            <a:lvl1pPr marL="0" marR="0" lvl="0" indent="0" algn="r" rtl="0">
              <a:spcBef>
                <a:spcPts val="0"/>
              </a:spcBef>
              <a:buNone/>
              <a:defRPr sz="1200" b="0" i="0" u="none" strike="noStrike" cap="none">
                <a:solidFill>
                  <a:srgbClr val="888888"/>
                </a:solidFill>
                <a:latin typeface="Calibri"/>
                <a:ea typeface="Calibri"/>
                <a:cs typeface="Calibri"/>
                <a:sym typeface="Calibri"/>
              </a:defRPr>
            </a:lvl1pPr>
            <a:lvl2pPr marL="0" marR="0" lvl="1" indent="0" algn="r" rtl="0">
              <a:spcBef>
                <a:spcPts val="0"/>
              </a:spcBef>
              <a:buNone/>
              <a:defRPr sz="1200" b="0" i="0" u="none" strike="noStrike" cap="none">
                <a:solidFill>
                  <a:srgbClr val="888888"/>
                </a:solidFill>
                <a:latin typeface="Calibri"/>
                <a:ea typeface="Calibri"/>
                <a:cs typeface="Calibri"/>
                <a:sym typeface="Calibri"/>
              </a:defRPr>
            </a:lvl2pPr>
            <a:lvl3pPr marL="0" marR="0" lvl="2" indent="0" algn="r" rtl="0">
              <a:spcBef>
                <a:spcPts val="0"/>
              </a:spcBef>
              <a:buNone/>
              <a:defRPr sz="1200" b="0" i="0" u="none" strike="noStrike" cap="none">
                <a:solidFill>
                  <a:srgbClr val="888888"/>
                </a:solidFill>
                <a:latin typeface="Calibri"/>
                <a:ea typeface="Calibri"/>
                <a:cs typeface="Calibri"/>
                <a:sym typeface="Calibri"/>
              </a:defRPr>
            </a:lvl3pPr>
            <a:lvl4pPr marL="0" marR="0" lvl="3" indent="0" algn="r" rtl="0">
              <a:spcBef>
                <a:spcPts val="0"/>
              </a:spcBef>
              <a:buNone/>
              <a:defRPr sz="1200" b="0" i="0" u="none" strike="noStrike" cap="none">
                <a:solidFill>
                  <a:srgbClr val="888888"/>
                </a:solidFill>
                <a:latin typeface="Calibri"/>
                <a:ea typeface="Calibri"/>
                <a:cs typeface="Calibri"/>
                <a:sym typeface="Calibri"/>
              </a:defRPr>
            </a:lvl4pPr>
            <a:lvl5pPr marL="0" marR="0" lvl="4" indent="0" algn="r" rtl="0">
              <a:spcBef>
                <a:spcPts val="0"/>
              </a:spcBef>
              <a:buNone/>
              <a:defRPr sz="1200" b="0" i="0" u="none" strike="noStrike" cap="none">
                <a:solidFill>
                  <a:srgbClr val="888888"/>
                </a:solidFill>
                <a:latin typeface="Calibri"/>
                <a:ea typeface="Calibri"/>
                <a:cs typeface="Calibri"/>
                <a:sym typeface="Calibri"/>
              </a:defRPr>
            </a:lvl5pPr>
            <a:lvl6pPr marL="0" marR="0" lvl="5" indent="0" algn="r" rtl="0">
              <a:spcBef>
                <a:spcPts val="0"/>
              </a:spcBef>
              <a:buNone/>
              <a:defRPr sz="1200" b="0" i="0" u="none" strike="noStrike" cap="none">
                <a:solidFill>
                  <a:srgbClr val="888888"/>
                </a:solidFill>
                <a:latin typeface="Calibri"/>
                <a:ea typeface="Calibri"/>
                <a:cs typeface="Calibri"/>
                <a:sym typeface="Calibri"/>
              </a:defRPr>
            </a:lvl6pPr>
            <a:lvl7pPr marL="0" marR="0" lvl="6" indent="0" algn="r" rtl="0">
              <a:spcBef>
                <a:spcPts val="0"/>
              </a:spcBef>
              <a:buNone/>
              <a:defRPr sz="1200" b="0" i="0" u="none" strike="noStrike" cap="none">
                <a:solidFill>
                  <a:srgbClr val="888888"/>
                </a:solidFill>
                <a:latin typeface="Calibri"/>
                <a:ea typeface="Calibri"/>
                <a:cs typeface="Calibri"/>
                <a:sym typeface="Calibri"/>
              </a:defRPr>
            </a:lvl7pPr>
            <a:lvl8pPr marL="0" marR="0" lvl="7" indent="0" algn="r" rtl="0">
              <a:spcBef>
                <a:spcPts val="0"/>
              </a:spcBef>
              <a:buNone/>
              <a:defRPr sz="1200" b="0" i="0" u="none" strike="noStrike" cap="none">
                <a:solidFill>
                  <a:srgbClr val="888888"/>
                </a:solidFill>
                <a:latin typeface="Calibri"/>
                <a:ea typeface="Calibri"/>
                <a:cs typeface="Calibri"/>
                <a:sym typeface="Calibri"/>
              </a:defRPr>
            </a:lvl8pPr>
            <a:lvl9pPr marL="0" marR="0" lvl="8" indent="0" algn="r" rtl="0">
              <a:spcBef>
                <a:spcPts val="0"/>
              </a:spcBef>
              <a:buNone/>
              <a:defRPr sz="1200" b="0" i="0" u="none" strike="noStrike" cap="none">
                <a:solidFill>
                  <a:srgbClr val="888888"/>
                </a:solidFill>
                <a:latin typeface="Calibri"/>
                <a:ea typeface="Calibri"/>
                <a:cs typeface="Calibri"/>
                <a:sym typeface="Calibri"/>
              </a:defRPr>
            </a:lvl9pPr>
          </a:lstStyle>
          <a:p>
            <a:pPr marL="0" lvl="0" indent="0" algn="r" rtl="0">
              <a:spcBef>
                <a:spcPts val="0"/>
              </a:spcBef>
              <a:spcAft>
                <a:spcPts val="0"/>
              </a:spcAft>
              <a:buNone/>
            </a:pPr>
            <a:fld id="{00000000-1234-1234-1234-123412341234}" type="slidenum">
              <a:rPr lang="en-US"/>
              <a:t>‹#›</a:t>
            </a:fld>
            <a:endParaRPr/>
          </a:p>
        </p:txBody>
      </p:sp>
    </p:spTree>
  </p:cSld>
  <p:clrMap bg1="lt1" tx1="dk1" bg2="dk2" tx2="lt2" accent1="accent1" accent2="accent2" accent3="accent3" accent4="accent4" accent5="accent5" accent6="accent6" hlink="hlink" folHlink="folHlink"/>
  <p:sldLayoutIdLst>
    <p:sldLayoutId id="2147483650" r:id="rId1"/>
    <p:sldLayoutId id="2147483651" r:id="rId2"/>
    <p:sldLayoutId id="2147483652" r:id="rId3"/>
    <p:sldLayoutId id="2147483653" r:id="rId4"/>
    <p:sldLayoutId id="2147483654" r:id="rId5"/>
    <p:sldLayoutId id="2147483655" r:id="rId6"/>
    <p:sldLayoutId id="2147483656" r:id="rId7"/>
    <p:sldLayoutId id="2147483657" r:id="rId8"/>
    <p:sldLayoutId id="2147483658" r:id="rId9"/>
    <p:sldLayoutId id="2147483659" r:id="rId10"/>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1.jpeg"/><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xml"/></Relationships>
</file>

<file path=ppt/slides/_rels/slide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10.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9.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F97BF8-B3EC-77A2-9BFD-D66830272D56}"/>
              </a:ext>
            </a:extLst>
          </p:cNvPr>
          <p:cNvSpPr>
            <a:spLocks noGrp="1"/>
          </p:cNvSpPr>
          <p:nvPr>
            <p:ph type="title"/>
          </p:nvPr>
        </p:nvSpPr>
        <p:spPr/>
        <p:txBody>
          <a:bodyPr>
            <a:normAutofit/>
          </a:bodyPr>
          <a:lstStyle/>
          <a:p>
            <a:pPr algn="ctr"/>
            <a:r>
              <a:rPr lang="en-US" sz="6600" b="1" dirty="0"/>
              <a:t>IBM University Engagement Project Submission</a:t>
            </a:r>
            <a:r>
              <a:rPr lang="en-US" b="1" dirty="0"/>
              <a:t/>
            </a:r>
            <a:br>
              <a:rPr lang="en-US" b="1" dirty="0"/>
            </a:br>
            <a:endParaRPr lang="en-IN" dirty="0"/>
          </a:p>
        </p:txBody>
      </p:sp>
      <p:sp>
        <p:nvSpPr>
          <p:cNvPr id="3" name="Text Placeholder 2">
            <a:extLst>
              <a:ext uri="{FF2B5EF4-FFF2-40B4-BE49-F238E27FC236}">
                <a16:creationId xmlns:a16="http://schemas.microsoft.com/office/drawing/2014/main" id="{FFAB85A1-2169-FF43-3E91-E2E8ADA742FF}"/>
              </a:ext>
            </a:extLst>
          </p:cNvPr>
          <p:cNvSpPr>
            <a:spLocks noGrp="1"/>
          </p:cNvSpPr>
          <p:nvPr>
            <p:ph type="body" idx="1"/>
          </p:nvPr>
        </p:nvSpPr>
        <p:spPr>
          <a:xfrm>
            <a:off x="1014730" y="3903663"/>
            <a:ext cx="10515600" cy="1500187"/>
          </a:xfrm>
        </p:spPr>
        <p:txBody>
          <a:bodyPr/>
          <a:lstStyle/>
          <a:p>
            <a:pPr algn="ctr"/>
            <a:r>
              <a:rPr lang="en-US" b="1" i="1" dirty="0"/>
              <a:t>“Exploring the Power of Agentic AI with IBM Granite and </a:t>
            </a:r>
            <a:r>
              <a:rPr lang="en-US" b="1" i="1" dirty="0" err="1"/>
              <a:t>LangFlow</a:t>
            </a:r>
            <a:r>
              <a:rPr lang="en-US" b="1" i="1" dirty="0"/>
              <a:t>”</a:t>
            </a:r>
            <a:endParaRPr lang="en-IN" dirty="0"/>
          </a:p>
        </p:txBody>
      </p:sp>
    </p:spTree>
    <p:extLst>
      <p:ext uri="{BB962C8B-B14F-4D97-AF65-F5344CB8AC3E}">
        <p14:creationId xmlns:p14="http://schemas.microsoft.com/office/powerpoint/2010/main" val="95756464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90"/>
        <p:cNvGrpSpPr/>
        <p:nvPr/>
      </p:nvGrpSpPr>
      <p:grpSpPr>
        <a:xfrm>
          <a:off x="0" y="0"/>
          <a:ext cx="0" cy="0"/>
          <a:chOff x="0" y="0"/>
          <a:chExt cx="0" cy="0"/>
        </a:xfrm>
      </p:grpSpPr>
      <p:sp>
        <p:nvSpPr>
          <p:cNvPr id="92" name="Google Shape;92;p2"/>
          <p:cNvSpPr/>
          <p:nvPr/>
        </p:nvSpPr>
        <p:spPr>
          <a:xfrm>
            <a:off x="690624" y="4425370"/>
            <a:ext cx="10795794" cy="199230"/>
          </a:xfrm>
          <a:prstGeom prst="rect">
            <a:avLst/>
          </a:prstGeom>
          <a:noFill/>
          <a:ln>
            <a:noFill/>
          </a:ln>
        </p:spPr>
        <p:txBody>
          <a:bodyPr spcFirstLastPara="1" wrap="square" lIns="0" tIns="0" rIns="0" bIns="0" anchor="t" anchorCtr="0">
            <a:noAutofit/>
          </a:bodyPr>
          <a:lstStyle/>
          <a:p>
            <a:pPr marL="0" marR="0" lvl="0" indent="0" algn="l" rtl="0">
              <a:lnSpc>
                <a:spcPct val="160000"/>
              </a:lnSpc>
              <a:spcBef>
                <a:spcPts val="0"/>
              </a:spcBef>
              <a:spcAft>
                <a:spcPts val="0"/>
              </a:spcAft>
              <a:buClr>
                <a:schemeClr val="dk1"/>
              </a:buClr>
              <a:buSzPts val="1500"/>
              <a:buFont typeface="Calibri"/>
              <a:buNone/>
            </a:pPr>
            <a:endParaRPr sz="1500" b="0" i="0" u="none" strike="noStrike" cap="none">
              <a:solidFill>
                <a:schemeClr val="dk1"/>
              </a:solidFill>
              <a:latin typeface="Times New Roman"/>
              <a:ea typeface="Times New Roman"/>
              <a:cs typeface="Times New Roman"/>
              <a:sym typeface="Times New Roman"/>
            </a:endParaRPr>
          </a:p>
        </p:txBody>
      </p:sp>
      <p:sp>
        <p:nvSpPr>
          <p:cNvPr id="95" name="Google Shape;95;p2"/>
          <p:cNvSpPr txBox="1"/>
          <p:nvPr/>
        </p:nvSpPr>
        <p:spPr>
          <a:xfrm>
            <a:off x="1102321" y="1174639"/>
            <a:ext cx="7426406" cy="451519"/>
          </a:xfrm>
          <a:prstGeom prst="rect">
            <a:avLst/>
          </a:prstGeom>
          <a:noFill/>
          <a:ln>
            <a:noFill/>
          </a:ln>
        </p:spPr>
        <p:txBody>
          <a:bodyPr spcFirstLastPara="1" wrap="square" lIns="91425" tIns="45700" rIns="91425" bIns="45700" anchor="ctr" anchorCtr="0">
            <a:noAutofit/>
          </a:bodyPr>
          <a:lstStyle/>
          <a:p>
            <a:pPr marL="0" marR="0" lvl="0" indent="0" algn="ctr" rtl="0">
              <a:lnSpc>
                <a:spcPct val="90000"/>
              </a:lnSpc>
              <a:spcBef>
                <a:spcPts val="0"/>
              </a:spcBef>
              <a:spcAft>
                <a:spcPts val="0"/>
              </a:spcAft>
              <a:buClr>
                <a:srgbClr val="002060"/>
              </a:buClr>
              <a:buSzPts val="3200"/>
              <a:buFont typeface="Times New Roman"/>
              <a:buNone/>
            </a:pPr>
            <a:endParaRPr sz="3200" b="1" i="0" u="none" strike="noStrike" cap="none" dirty="0">
              <a:solidFill>
                <a:srgbClr val="002060"/>
              </a:solidFill>
              <a:latin typeface="Times New Roman"/>
              <a:ea typeface="Times New Roman"/>
              <a:cs typeface="Times New Roman"/>
              <a:sym typeface="Times New Roman"/>
            </a:endParaRPr>
          </a:p>
        </p:txBody>
      </p:sp>
      <p:graphicFrame>
        <p:nvGraphicFramePr>
          <p:cNvPr id="96" name="Google Shape;96;p2"/>
          <p:cNvGraphicFramePr/>
          <p:nvPr>
            <p:extLst>
              <p:ext uri="{D42A27DB-BD31-4B8C-83A1-F6EECF244321}">
                <p14:modId xmlns:p14="http://schemas.microsoft.com/office/powerpoint/2010/main" val="1139550380"/>
              </p:ext>
            </p:extLst>
          </p:nvPr>
        </p:nvGraphicFramePr>
        <p:xfrm>
          <a:off x="1299257" y="2600315"/>
          <a:ext cx="9394989" cy="2167128"/>
        </p:xfrm>
        <a:graphic>
          <a:graphicData uri="http://schemas.openxmlformats.org/drawingml/2006/table">
            <a:tbl>
              <a:tblPr>
                <a:noFill/>
                <a:tableStyleId>{0AAD8F4D-43EB-41E5-8A38-28AB6DFB1B60}</a:tableStyleId>
              </a:tblPr>
              <a:tblGrid>
                <a:gridCol w="2064867">
                  <a:extLst>
                    <a:ext uri="{9D8B030D-6E8A-4147-A177-3AD203B41FA5}">
                      <a16:colId xmlns:a16="http://schemas.microsoft.com/office/drawing/2014/main" val="20000"/>
                    </a:ext>
                  </a:extLst>
                </a:gridCol>
                <a:gridCol w="2443374">
                  <a:extLst>
                    <a:ext uri="{9D8B030D-6E8A-4147-A177-3AD203B41FA5}">
                      <a16:colId xmlns:a16="http://schemas.microsoft.com/office/drawing/2014/main" val="20002"/>
                    </a:ext>
                  </a:extLst>
                </a:gridCol>
                <a:gridCol w="2443374">
                  <a:extLst>
                    <a:ext uri="{9D8B030D-6E8A-4147-A177-3AD203B41FA5}">
                      <a16:colId xmlns:a16="http://schemas.microsoft.com/office/drawing/2014/main" val="20003"/>
                    </a:ext>
                  </a:extLst>
                </a:gridCol>
                <a:gridCol w="2443374">
                  <a:extLst>
                    <a:ext uri="{9D8B030D-6E8A-4147-A177-3AD203B41FA5}">
                      <a16:colId xmlns:a16="http://schemas.microsoft.com/office/drawing/2014/main" val="20004"/>
                    </a:ext>
                  </a:extLst>
                </a:gridCol>
              </a:tblGrid>
              <a:tr h="973237">
                <a:tc>
                  <a:txBody>
                    <a:bodyPr/>
                    <a:lstStyle/>
                    <a:p>
                      <a:pPr marL="0" marR="0" lvl="0" indent="0" algn="ctr" rtl="0">
                        <a:spcBef>
                          <a:spcPts val="0"/>
                        </a:spcBef>
                        <a:spcAft>
                          <a:spcPts val="0"/>
                        </a:spcAft>
                        <a:buNone/>
                      </a:pPr>
                      <a:r>
                        <a:rPr lang="en-US" sz="1800" u="none" strike="noStrike" cap="none" dirty="0" smtClean="0"/>
                        <a:t>Name</a:t>
                      </a:r>
                      <a:endParaRPr sz="1800" u="none" strike="noStrike" cap="none" dirty="0"/>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spcBef>
                          <a:spcPts val="0"/>
                        </a:spcBef>
                        <a:spcAft>
                          <a:spcPts val="0"/>
                        </a:spcAft>
                        <a:buNone/>
                      </a:pPr>
                      <a:r>
                        <a:rPr lang="en-US" sz="1800" u="none" strike="noStrike" cap="none" dirty="0"/>
                        <a:t>Recent Passport Photo</a:t>
                      </a:r>
                      <a:endParaRPr sz="1800" u="none" strike="noStrike" cap="none" dirty="0"/>
                    </a:p>
                  </a:txBody>
                  <a:tcPr marL="91450" marR="91450" marT="45725" marB="45725" anchor="ctr">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lgn="ctr">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rgbClr val="000000"/>
                        </a:buClr>
                        <a:buSzPts val="1800"/>
                        <a:buFont typeface="Arial"/>
                        <a:buNone/>
                      </a:pPr>
                      <a:r>
                        <a:rPr lang="en-US" sz="1800" b="0" i="0" u="none" strike="noStrike" cap="none" dirty="0">
                          <a:solidFill>
                            <a:srgbClr val="000000"/>
                          </a:solidFill>
                          <a:latin typeface="Arial"/>
                          <a:ea typeface="Calibri"/>
                          <a:cs typeface="Arial"/>
                          <a:sym typeface="Calibri"/>
                        </a:rPr>
                        <a:t>Email ID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tc>
                  <a:txBody>
                    <a:bodyPr/>
                    <a:lstStyle/>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Mobile number</a:t>
                      </a:r>
                      <a:endParaRPr sz="1800" b="0" i="0" u="none" strike="noStrike" cap="none" dirty="0">
                        <a:solidFill>
                          <a:srgbClr val="000000"/>
                        </a:solidFill>
                        <a:latin typeface="Arial"/>
                        <a:cs typeface="Arial"/>
                        <a:sym typeface="Arial"/>
                      </a:endParaRPr>
                    </a:p>
                    <a:p>
                      <a:pPr marL="0" marR="0" lvl="0" indent="0" algn="ctr" rtl="0">
                        <a:lnSpc>
                          <a:spcPct val="100000"/>
                        </a:lnSpc>
                        <a:spcBef>
                          <a:spcPts val="0"/>
                        </a:spcBef>
                        <a:spcAft>
                          <a:spcPts val="0"/>
                        </a:spcAft>
                        <a:buClr>
                          <a:schemeClr val="lt1"/>
                        </a:buClr>
                        <a:buSzPts val="1800"/>
                        <a:buFont typeface="Calibri"/>
                        <a:buNone/>
                      </a:pPr>
                      <a:r>
                        <a:rPr lang="en-US" sz="1800" b="0" i="0" u="none" strike="noStrike" cap="none" dirty="0">
                          <a:solidFill>
                            <a:srgbClr val="000000"/>
                          </a:solidFill>
                          <a:latin typeface="Arial"/>
                          <a:ea typeface="Calibri"/>
                          <a:cs typeface="Arial"/>
                          <a:sym typeface="Calibri"/>
                        </a:rPr>
                        <a:t>[WhatsApp] </a:t>
                      </a:r>
                      <a:endParaRPr sz="1800" b="0" i="0" u="none" strike="noStrike" cap="none" dirty="0">
                        <a:solidFill>
                          <a:srgbClr val="000000"/>
                        </a:solidFill>
                        <a:latin typeface="Arial"/>
                        <a:cs typeface="Arial"/>
                        <a:sym typeface="Arial"/>
                      </a:endParaRPr>
                    </a:p>
                  </a:txBody>
                  <a:tcPr marL="91450" marR="91450" marT="45725" marB="45725" anchor="ctr">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12700" cap="flat" cmpd="sng">
                      <a:solidFill>
                        <a:srgbClr val="FFFFFF"/>
                      </a:solidFill>
                      <a:prstDash val="solid"/>
                      <a:round/>
                      <a:headEnd type="none" w="sm" len="sm"/>
                      <a:tailEnd type="none" w="sm" len="sm"/>
                    </a:lnT>
                    <a:lnB w="38100" cap="flat" cmpd="sng">
                      <a:solidFill>
                        <a:srgbClr val="FFFFFF"/>
                      </a:solidFill>
                      <a:prstDash val="solid"/>
                      <a:round/>
                      <a:headEnd type="none" w="sm" len="sm"/>
                      <a:tailEnd type="none" w="sm" len="sm"/>
                    </a:lnB>
                    <a:solidFill>
                      <a:srgbClr val="5B9BD5"/>
                    </a:solidFill>
                  </a:tcPr>
                </a:tc>
                <a:extLst>
                  <a:ext uri="{0D108BD9-81ED-4DB2-BD59-A6C34878D82A}">
                    <a16:rowId xmlns:a16="http://schemas.microsoft.com/office/drawing/2014/main" val="10000"/>
                  </a:ext>
                </a:extLst>
              </a:tr>
              <a:tr h="1193891">
                <a:tc>
                  <a:txBody>
                    <a:bodyPr/>
                    <a:lstStyle/>
                    <a:p>
                      <a:pPr marL="0" marR="0" lvl="0" indent="0" algn="l" rtl="0">
                        <a:spcBef>
                          <a:spcPts val="0"/>
                        </a:spcBef>
                        <a:spcAft>
                          <a:spcPts val="0"/>
                        </a:spcAft>
                        <a:buNone/>
                      </a:pPr>
                      <a:r>
                        <a:rPr lang="en-US" dirty="0" smtClean="0"/>
                        <a:t>Prof</a:t>
                      </a:r>
                      <a:r>
                        <a:rPr lang="en-US" baseline="0" dirty="0" smtClean="0"/>
                        <a:t> </a:t>
                      </a:r>
                      <a:r>
                        <a:rPr lang="en-US" baseline="0" dirty="0" err="1" smtClean="0"/>
                        <a:t>Shruti</a:t>
                      </a:r>
                      <a:r>
                        <a:rPr lang="en-US" baseline="0" dirty="0" smtClean="0"/>
                        <a:t> </a:t>
                      </a:r>
                      <a:r>
                        <a:rPr lang="en-US" baseline="0" dirty="0" err="1" smtClean="0"/>
                        <a:t>Gour</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endParaRPr sz="1800" dirty="0"/>
                    </a:p>
                  </a:txBody>
                  <a:tcPr marL="91450" marR="91450" marT="45725" marB="45725">
                    <a:lnL w="12700" cap="flat" cmpd="sng" algn="ctr">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lgn="ctr">
                      <a:solidFill>
                        <a:srgbClr val="FFFFFF"/>
                      </a:solidFill>
                      <a:prstDash val="solid"/>
                      <a:round/>
                      <a:headEnd type="none" w="sm" len="sm"/>
                      <a:tailEnd type="none" w="sm" len="sm"/>
                    </a:lnT>
                    <a:lnB w="12700" cap="flat" cmpd="sng" algn="ctr">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m.shruti.r@gmail.com</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tc>
                  <a:txBody>
                    <a:bodyPr/>
                    <a:lstStyle/>
                    <a:p>
                      <a:pPr marL="0" marR="0" lvl="0" indent="0" algn="l" rtl="0">
                        <a:spcBef>
                          <a:spcPts val="0"/>
                        </a:spcBef>
                        <a:spcAft>
                          <a:spcPts val="0"/>
                        </a:spcAft>
                        <a:buNone/>
                      </a:pPr>
                      <a:r>
                        <a:rPr lang="en-US" dirty="0" smtClean="0"/>
                        <a:t>8600847734</a:t>
                      </a:r>
                      <a:endParaRPr dirty="0"/>
                    </a:p>
                  </a:txBody>
                  <a:tcPr marL="91450" marR="91450" marT="45725" marB="45725">
                    <a:lnL w="12700" cap="flat" cmpd="sng">
                      <a:solidFill>
                        <a:srgbClr val="FFFFFF"/>
                      </a:solidFill>
                      <a:prstDash val="solid"/>
                      <a:round/>
                      <a:headEnd type="none" w="sm" len="sm"/>
                      <a:tailEnd type="none" w="sm" len="sm"/>
                    </a:lnL>
                    <a:lnR w="12700" cap="flat" cmpd="sng">
                      <a:solidFill>
                        <a:srgbClr val="FFFFFF"/>
                      </a:solidFill>
                      <a:prstDash val="solid"/>
                      <a:round/>
                      <a:headEnd type="none" w="sm" len="sm"/>
                      <a:tailEnd type="none" w="sm" len="sm"/>
                    </a:lnR>
                    <a:lnT w="38100" cap="flat" cmpd="sng">
                      <a:solidFill>
                        <a:srgbClr val="FFFFFF"/>
                      </a:solidFill>
                      <a:prstDash val="solid"/>
                      <a:round/>
                      <a:headEnd type="none" w="sm" len="sm"/>
                      <a:tailEnd type="none" w="sm" len="sm"/>
                    </a:lnT>
                    <a:lnB w="12700" cap="flat" cmpd="sng">
                      <a:solidFill>
                        <a:srgbClr val="FFFFFF"/>
                      </a:solidFill>
                      <a:prstDash val="solid"/>
                      <a:round/>
                      <a:headEnd type="none" w="sm" len="sm"/>
                      <a:tailEnd type="none" w="sm" len="sm"/>
                    </a:lnB>
                    <a:solidFill>
                      <a:srgbClr val="D0DEEF"/>
                    </a:solidFill>
                  </a:tcPr>
                </a:tc>
                <a:extLst>
                  <a:ext uri="{0D108BD9-81ED-4DB2-BD59-A6C34878D82A}">
                    <a16:rowId xmlns:a16="http://schemas.microsoft.com/office/drawing/2014/main" val="10001"/>
                  </a:ext>
                </a:extLst>
              </a:tr>
            </a:tbl>
          </a:graphicData>
        </a:graphic>
      </p:graphicFrame>
      <p:sp>
        <p:nvSpPr>
          <p:cNvPr id="4" name="TextBox 3">
            <a:extLst>
              <a:ext uri="{FF2B5EF4-FFF2-40B4-BE49-F238E27FC236}">
                <a16:creationId xmlns:a16="http://schemas.microsoft.com/office/drawing/2014/main" id="{A828B9EF-C084-F5D4-CA27-75AF7D995640}"/>
              </a:ext>
            </a:extLst>
          </p:cNvPr>
          <p:cNvSpPr txBox="1"/>
          <p:nvPr/>
        </p:nvSpPr>
        <p:spPr>
          <a:xfrm>
            <a:off x="1206164" y="1460724"/>
            <a:ext cx="10280254" cy="461665"/>
          </a:xfrm>
          <a:prstGeom prst="rect">
            <a:avLst/>
          </a:prstGeom>
          <a:noFill/>
        </p:spPr>
        <p:txBody>
          <a:bodyPr wrap="square" rtlCol="0">
            <a:spAutoFit/>
          </a:bodyPr>
          <a:lstStyle/>
          <a:p>
            <a:r>
              <a:rPr lang="en-US" sz="2400" b="1" dirty="0"/>
              <a:t>Domain of  Project – </a:t>
            </a:r>
            <a:r>
              <a:rPr lang="en-US" sz="2400" b="1" dirty="0" smtClean="0">
                <a:highlight>
                  <a:srgbClr val="FFFF00"/>
                </a:highlight>
              </a:rPr>
              <a:t>[Education]</a:t>
            </a:r>
            <a:endParaRPr lang="en-IN" sz="2400" b="1" dirty="0">
              <a:highlight>
                <a:srgbClr val="FFFF00"/>
              </a:highlight>
            </a:endParaRPr>
          </a:p>
        </p:txBody>
      </p:sp>
      <p:sp>
        <p:nvSpPr>
          <p:cNvPr id="7" name="TextBox 6">
            <a:extLst>
              <a:ext uri="{FF2B5EF4-FFF2-40B4-BE49-F238E27FC236}">
                <a16:creationId xmlns:a16="http://schemas.microsoft.com/office/drawing/2014/main" id="{3D723CA3-EC2D-165A-F109-3759C4E9C8A4}"/>
              </a:ext>
            </a:extLst>
          </p:cNvPr>
          <p:cNvSpPr txBox="1"/>
          <p:nvPr/>
        </p:nvSpPr>
        <p:spPr>
          <a:xfrm>
            <a:off x="1206162" y="551965"/>
            <a:ext cx="9581177" cy="461665"/>
          </a:xfrm>
          <a:prstGeom prst="rect">
            <a:avLst/>
          </a:prstGeom>
          <a:noFill/>
        </p:spPr>
        <p:txBody>
          <a:bodyPr wrap="square" rtlCol="0">
            <a:spAutoFit/>
          </a:bodyPr>
          <a:lstStyle/>
          <a:p>
            <a:r>
              <a:rPr lang="en-US" sz="2400" b="1" dirty="0"/>
              <a:t>Project Tile – </a:t>
            </a:r>
            <a:r>
              <a:rPr lang="en-US" sz="2400" b="1" dirty="0" smtClean="0">
                <a:highlight>
                  <a:srgbClr val="FFFF00"/>
                </a:highlight>
              </a:rPr>
              <a:t>[</a:t>
            </a:r>
            <a:r>
              <a:rPr lang="en-US" sz="2400" b="1" dirty="0"/>
              <a:t>AI-Powered Smart Study </a:t>
            </a:r>
            <a:r>
              <a:rPr lang="en-US" sz="2400" b="1" dirty="0" smtClean="0"/>
              <a:t>Platform</a:t>
            </a:r>
            <a:r>
              <a:rPr lang="en-US" sz="2400" b="1" dirty="0" smtClean="0">
                <a:highlight>
                  <a:srgbClr val="FFFF00"/>
                </a:highlight>
              </a:rPr>
              <a:t>]</a:t>
            </a:r>
            <a:endParaRPr lang="en-IN" sz="2400" b="1" dirty="0">
              <a:highlight>
                <a:srgbClr val="FFFF00"/>
              </a:highlight>
            </a:endParaRPr>
          </a:p>
        </p:txBody>
      </p:sp>
      <p:pic>
        <p:nvPicPr>
          <p:cNvPr id="8" name="Picture 7" descr="D:\BACKPU 18818\40408.jpg"/>
          <p:cNvPicPr/>
          <p:nvPr/>
        </p:nvPicPr>
        <p:blipFill>
          <a:blip r:embed="rId3"/>
          <a:srcRect/>
          <a:stretch>
            <a:fillRect/>
          </a:stretch>
        </p:blipFill>
        <p:spPr bwMode="auto">
          <a:xfrm>
            <a:off x="4016415" y="3683879"/>
            <a:ext cx="1064872" cy="978575"/>
          </a:xfrm>
          <a:prstGeom prst="rect">
            <a:avLst/>
          </a:prstGeom>
          <a:noFill/>
          <a:ln w="9525">
            <a:noFill/>
            <a:miter lim="800000"/>
            <a:headEnd/>
            <a:tailEnd/>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F4C0A7C6-2888-EA53-35AB-4072E6B1FDA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C6F6745E-14BA-0766-CE1E-32E29663832D}"/>
              </a:ext>
            </a:extLst>
          </p:cNvPr>
          <p:cNvSpPr txBox="1"/>
          <p:nvPr/>
        </p:nvSpPr>
        <p:spPr>
          <a:xfrm>
            <a:off x="576072" y="1234440"/>
            <a:ext cx="10607040" cy="4832092"/>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Problem Statement : AI-Powered Smart Study Platform</a:t>
            </a:r>
          </a:p>
          <a:p>
            <a:pPr fontAlgn="base"/>
            <a:endParaRPr lang="en-US" b="1" dirty="0" smtClean="0">
              <a:latin typeface="Times New Roman" panose="02020603050405020304" pitchFamily="18" charset="0"/>
              <a:cs typeface="Times New Roman" panose="02020603050405020304" pitchFamily="18" charset="0"/>
            </a:endParaRPr>
          </a:p>
          <a:p>
            <a:pPr fontAlgn="base"/>
            <a:r>
              <a:rPr lang="en-IN" dirty="0">
                <a:latin typeface="Times New Roman" panose="02020603050405020304" pitchFamily="18" charset="0"/>
                <a:cs typeface="Times New Roman" panose="02020603050405020304" pitchFamily="18" charset="0"/>
              </a:rPr>
              <a:t>Students today face an overwhelming flood of information—lecture notes, textbooks, research papers, YouTube tutorials, and online resources. This content is scattered, unorganized, and often not personalized to their learning pace or style. As a result, students struggle with finding the right study material, summarizing key concepts, and staying exam-ready. Traditional study tools only provide static notes or flashcards, failing to adapt dynamically to student needs. The challenge is to move beyond static resources toward an intelligent, adaptive study companion.</a:t>
            </a:r>
          </a:p>
          <a:p>
            <a:pPr fontAlgn="base"/>
            <a:endParaRPr lang="en-US" b="1" dirty="0">
              <a:latin typeface="Times New Roman" panose="02020603050405020304" pitchFamily="18" charset="0"/>
              <a:cs typeface="Times New Roman" panose="02020603050405020304" pitchFamily="18" charset="0"/>
            </a:endParaRPr>
          </a:p>
          <a:p>
            <a:pPr fontAlgn="base"/>
            <a:r>
              <a:rPr lang="en-US" b="1" dirty="0">
                <a:latin typeface="Times New Roman" panose="02020603050405020304" pitchFamily="18" charset="0"/>
                <a:cs typeface="Times New Roman" panose="02020603050405020304" pitchFamily="18" charset="0"/>
              </a:rPr>
              <a:t>The Challenge</a:t>
            </a:r>
            <a:r>
              <a:rPr lang="en-US" dirty="0">
                <a:latin typeface="Times New Roman" panose="02020603050405020304" pitchFamily="18" charset="0"/>
                <a:cs typeface="Times New Roman" panose="02020603050405020304" pitchFamily="18" charset="0"/>
              </a:rPr>
              <a:t> </a:t>
            </a:r>
          </a:p>
          <a:p>
            <a:pPr fontAlgn="base"/>
            <a:endParaRPr lang="en-US" dirty="0">
              <a:latin typeface="Times New Roman" panose="02020603050405020304" pitchFamily="18" charset="0"/>
              <a:cs typeface="Times New Roman" panose="02020603050405020304" pitchFamily="18" charset="0"/>
            </a:endParaRPr>
          </a:p>
          <a:p>
            <a:pPr fontAlgn="base"/>
            <a:r>
              <a:rPr lang="en-US" b="1" dirty="0">
                <a:latin typeface="Times New Roman" panose="02020603050405020304" pitchFamily="18" charset="0"/>
                <a:cs typeface="Times New Roman" panose="02020603050405020304" pitchFamily="18" charset="0"/>
              </a:rPr>
              <a:t>The Objective</a:t>
            </a:r>
            <a:r>
              <a:rPr lang="en-US" dirty="0">
                <a:latin typeface="Times New Roman" panose="02020603050405020304" pitchFamily="18" charset="0"/>
                <a:cs typeface="Times New Roman" panose="02020603050405020304" pitchFamily="18" charset="0"/>
              </a:rPr>
              <a:t> </a:t>
            </a:r>
          </a:p>
          <a:p>
            <a:r>
              <a:rPr lang="en-IN" dirty="0">
                <a:latin typeface="Times New Roman" panose="02020603050405020304" pitchFamily="18" charset="0"/>
                <a:cs typeface="Times New Roman" panose="02020603050405020304" pitchFamily="18" charset="0"/>
              </a:rPr>
              <a:t>Build an agentic AI-powered Smart Study Generator that personalizes and streamlines learning for students. The solution should:</a:t>
            </a:r>
          </a:p>
          <a:p>
            <a:r>
              <a:rPr lang="en-US" b="1" dirty="0">
                <a:latin typeface="Times New Roman" panose="02020603050405020304" pitchFamily="18" charset="0"/>
                <a:cs typeface="Times New Roman" panose="02020603050405020304" pitchFamily="18" charset="0"/>
              </a:rPr>
              <a:t>1. Personalized Learning</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Adapt content, difficulty, and pace based on each learner’s level, goals, and progress.</a:t>
            </a:r>
          </a:p>
          <a:p>
            <a:r>
              <a:rPr lang="en-US" b="1" dirty="0">
                <a:latin typeface="Times New Roman" panose="02020603050405020304" pitchFamily="18" charset="0"/>
                <a:cs typeface="Times New Roman" panose="02020603050405020304" pitchFamily="18" charset="0"/>
              </a:rPr>
              <a:t>2. Improved Understanding</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Break complex topics into simple explanations using examples, analogies, and step-by-step teaching.</a:t>
            </a:r>
          </a:p>
          <a:p>
            <a:r>
              <a:rPr lang="en-US" b="1" dirty="0">
                <a:latin typeface="Times New Roman" panose="02020603050405020304" pitchFamily="18" charset="0"/>
                <a:cs typeface="Times New Roman" panose="02020603050405020304" pitchFamily="18" charset="0"/>
              </a:rPr>
              <a:t>3. Better Retention</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Use techniques like spaced repetition, quizzes, and revision schedules to help users remember longer.</a:t>
            </a:r>
          </a:p>
          <a:p>
            <a:r>
              <a:rPr lang="en-US" b="1" dirty="0">
                <a:latin typeface="Times New Roman" panose="02020603050405020304" pitchFamily="18" charset="0"/>
                <a:cs typeface="Times New Roman" panose="02020603050405020304" pitchFamily="18" charset="0"/>
              </a:rPr>
              <a:t>4. Continuous Assessment</a:t>
            </a:r>
            <a:r>
              <a:rPr lang="en-US" dirty="0">
                <a:latin typeface="Times New Roman" panose="02020603050405020304" pitchFamily="18" charset="0"/>
                <a:cs typeface="Times New Roman" panose="02020603050405020304" pitchFamily="18" charset="0"/>
              </a:rPr>
              <a:t/>
            </a:r>
            <a:br>
              <a:rPr lang="en-US" dirty="0">
                <a:latin typeface="Times New Roman" panose="02020603050405020304" pitchFamily="18" charset="0"/>
                <a:cs typeface="Times New Roman" panose="02020603050405020304" pitchFamily="18" charset="0"/>
              </a:rPr>
            </a:br>
            <a:r>
              <a:rPr lang="en-US" dirty="0">
                <a:latin typeface="Times New Roman" panose="02020603050405020304" pitchFamily="18" charset="0"/>
                <a:cs typeface="Times New Roman" panose="02020603050405020304" pitchFamily="18" charset="0"/>
              </a:rPr>
              <a:t>Regularly test learners through quizzes, practice questions, and feedback loops to track understanding.</a:t>
            </a:r>
          </a:p>
          <a:p>
            <a:r>
              <a:rPr lang="en-IN" b="1" dirty="0" smtClean="0">
                <a:latin typeface="Times New Roman" panose="02020603050405020304" pitchFamily="18" charset="0"/>
                <a:cs typeface="Times New Roman" panose="02020603050405020304" pitchFamily="18" charset="0"/>
              </a:rPr>
              <a:t>Tech </a:t>
            </a:r>
            <a:r>
              <a:rPr lang="en-IN" b="1" dirty="0">
                <a:latin typeface="Times New Roman" panose="02020603050405020304" pitchFamily="18" charset="0"/>
                <a:cs typeface="Times New Roman" panose="02020603050405020304" pitchFamily="18" charset="0"/>
              </a:rPr>
              <a:t>Stack (Mandatory)</a:t>
            </a:r>
            <a:endParaRPr lang="en-IN" dirty="0">
              <a:latin typeface="Times New Roman" panose="02020603050405020304" pitchFamily="18" charset="0"/>
              <a:cs typeface="Times New Roman" panose="02020603050405020304" pitchFamily="18" charset="0"/>
            </a:endParaRPr>
          </a:p>
          <a:p>
            <a:pPr lvl="0"/>
            <a:r>
              <a:rPr lang="en-IN" dirty="0">
                <a:latin typeface="Times New Roman" panose="02020603050405020304" pitchFamily="18" charset="0"/>
                <a:cs typeface="Times New Roman" panose="02020603050405020304" pitchFamily="18" charset="0"/>
              </a:rPr>
              <a:t>IBM </a:t>
            </a:r>
            <a:r>
              <a:rPr lang="en-IN" dirty="0" err="1">
                <a:latin typeface="Times New Roman" panose="02020603050405020304" pitchFamily="18" charset="0"/>
                <a:cs typeface="Times New Roman" panose="02020603050405020304" pitchFamily="18" charset="0"/>
              </a:rPr>
              <a:t>Langflow</a:t>
            </a:r>
            <a:r>
              <a:rPr lang="en-IN" dirty="0">
                <a:latin typeface="Times New Roman" panose="02020603050405020304" pitchFamily="18" charset="0"/>
                <a:cs typeface="Times New Roman" panose="02020603050405020304" pitchFamily="18" charset="0"/>
              </a:rPr>
              <a:t> / IBM Orchestrate + IBM Models</a:t>
            </a:r>
          </a:p>
          <a:p>
            <a:endParaRPr lang="en-IN" dirty="0"/>
          </a:p>
        </p:txBody>
      </p:sp>
      <p:sp>
        <p:nvSpPr>
          <p:cNvPr id="3" name="TextBox 2">
            <a:extLst>
              <a:ext uri="{FF2B5EF4-FFF2-40B4-BE49-F238E27FC236}">
                <a16:creationId xmlns:a16="http://schemas.microsoft.com/office/drawing/2014/main" id="{3847FA31-EA47-D27A-9D69-AF50A3080AEC}"/>
              </a:ext>
            </a:extLst>
          </p:cNvPr>
          <p:cNvSpPr txBox="1"/>
          <p:nvPr/>
        </p:nvSpPr>
        <p:spPr>
          <a:xfrm>
            <a:off x="576072" y="704088"/>
            <a:ext cx="7214616" cy="461665"/>
          </a:xfrm>
          <a:prstGeom prst="rect">
            <a:avLst/>
          </a:prstGeom>
          <a:noFill/>
        </p:spPr>
        <p:txBody>
          <a:bodyPr wrap="square" rtlCol="0">
            <a:spAutoFit/>
          </a:bodyPr>
          <a:lstStyle/>
          <a:p>
            <a:r>
              <a:rPr lang="en-US" sz="2400" b="1" dirty="0"/>
              <a:t>Problem Statement -</a:t>
            </a:r>
            <a:endParaRPr lang="en-IN" sz="2400" b="1" dirty="0"/>
          </a:p>
        </p:txBody>
      </p:sp>
    </p:spTree>
    <p:extLst>
      <p:ext uri="{BB962C8B-B14F-4D97-AF65-F5344CB8AC3E}">
        <p14:creationId xmlns:p14="http://schemas.microsoft.com/office/powerpoint/2010/main" val="2952584201"/>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6A77E81F-021A-57FB-C709-7E7075649101}"/>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07CFCB91-EF22-EB8C-5B0D-4D46021F0245}"/>
              </a:ext>
            </a:extLst>
          </p:cNvPr>
          <p:cNvSpPr txBox="1"/>
          <p:nvPr/>
        </p:nvSpPr>
        <p:spPr>
          <a:xfrm>
            <a:off x="667512" y="1165753"/>
            <a:ext cx="10607040" cy="2893100"/>
          </a:xfrm>
          <a:prstGeom prst="rect">
            <a:avLst/>
          </a:prstGeom>
          <a:noFill/>
        </p:spPr>
        <p:txBody>
          <a:bodyPr wrap="square" rtlCol="0">
            <a:spAutoFit/>
          </a:bodyPr>
          <a:lstStyle/>
          <a:p>
            <a:pPr fontAlgn="base"/>
            <a:endParaRPr lang="en-US" b="1" dirty="0">
              <a:latin typeface="Times New Roman" panose="02020603050405020304" pitchFamily="18" charset="0"/>
              <a:cs typeface="Times New Roman" panose="02020603050405020304" pitchFamily="18" charset="0"/>
            </a:endParaRPr>
          </a:p>
          <a:p>
            <a:pPr fontAlgn="base"/>
            <a:r>
              <a:rPr lang="en-IN" b="1" dirty="0">
                <a:latin typeface="Times New Roman" panose="02020603050405020304" pitchFamily="18" charset="0"/>
                <a:cs typeface="Times New Roman" panose="02020603050405020304" pitchFamily="18" charset="0"/>
              </a:rPr>
              <a:t>Tech Stack (Mandatory)</a:t>
            </a:r>
            <a:r>
              <a:rPr lang="en-IN" dirty="0">
                <a:latin typeface="Times New Roman" panose="02020603050405020304" pitchFamily="18" charset="0"/>
                <a:cs typeface="Times New Roman" panose="02020603050405020304" pitchFamily="18" charset="0"/>
              </a:rPr>
              <a:t> </a:t>
            </a:r>
          </a:p>
          <a:p>
            <a:pPr fontAlgn="base"/>
            <a:r>
              <a:rPr lang="en-IN" dirty="0">
                <a:latin typeface="Times New Roman" panose="02020603050405020304" pitchFamily="18" charset="0"/>
                <a:cs typeface="Times New Roman" panose="02020603050405020304" pitchFamily="18" charset="0"/>
              </a:rPr>
              <a:t>Use </a:t>
            </a:r>
            <a:r>
              <a:rPr lang="en-IN" b="1" dirty="0">
                <a:latin typeface="Times New Roman" panose="02020603050405020304" pitchFamily="18" charset="0"/>
                <a:cs typeface="Times New Roman" panose="02020603050405020304" pitchFamily="18" charset="0"/>
              </a:rPr>
              <a:t>any one</a:t>
            </a:r>
            <a:r>
              <a:rPr lang="en-IN" dirty="0">
                <a:latin typeface="Times New Roman" panose="02020603050405020304" pitchFamily="18" charset="0"/>
                <a:cs typeface="Times New Roman" panose="02020603050405020304" pitchFamily="18" charset="0"/>
              </a:rPr>
              <a:t> of the following approaches: </a:t>
            </a:r>
          </a:p>
          <a:p>
            <a:pPr marL="285750" indent="-285750" fontAlgn="base">
              <a:buFont typeface="Arial" panose="020B0604020202020204" pitchFamily="34" charset="0"/>
              <a:buChar char="•"/>
            </a:pPr>
            <a:r>
              <a:rPr lang="en-IN" dirty="0" err="1">
                <a:latin typeface="Times New Roman" panose="02020603050405020304" pitchFamily="18" charset="0"/>
                <a:cs typeface="Times New Roman" panose="02020603050405020304" pitchFamily="18" charset="0"/>
              </a:rPr>
              <a:t>LangFlow</a:t>
            </a:r>
            <a:r>
              <a:rPr lang="en-IN" dirty="0">
                <a:latin typeface="Times New Roman" panose="02020603050405020304" pitchFamily="18" charset="0"/>
                <a:cs typeface="Times New Roman" panose="02020603050405020304" pitchFamily="18" charset="0"/>
              </a:rPr>
              <a:t> + IBM watsonx.ai + Granite Models </a:t>
            </a:r>
          </a:p>
          <a:p>
            <a:pPr marL="285750" indent="-285750" fontAlgn="base">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IBM Cloud Agentic Lab with IBM Granite Models </a:t>
            </a:r>
          </a:p>
          <a:p>
            <a:pPr marL="285750" indent="-285750" fontAlgn="base">
              <a:buFont typeface="Arial" panose="020B0604020202020204" pitchFamily="34" charset="0"/>
              <a:buChar char="•"/>
            </a:pPr>
            <a:r>
              <a:rPr lang="en-IN" dirty="0">
                <a:latin typeface="Times New Roman" panose="02020603050405020304" pitchFamily="18" charset="0"/>
                <a:cs typeface="Times New Roman" panose="02020603050405020304" pitchFamily="18" charset="0"/>
              </a:rPr>
              <a:t>Replicate with </a:t>
            </a:r>
            <a:r>
              <a:rPr lang="en-IN" dirty="0" err="1">
                <a:latin typeface="Times New Roman" panose="02020603050405020304" pitchFamily="18" charset="0"/>
                <a:cs typeface="Times New Roman" panose="02020603050405020304" pitchFamily="18" charset="0"/>
              </a:rPr>
              <a:t>LangChain</a:t>
            </a:r>
            <a:r>
              <a:rPr lang="en-IN" dirty="0">
                <a:latin typeface="Times New Roman" panose="02020603050405020304" pitchFamily="18" charset="0"/>
                <a:cs typeface="Times New Roman" panose="02020603050405020304" pitchFamily="18" charset="0"/>
              </a:rPr>
              <a:t> + RAG + IBM Granite Models</a:t>
            </a:r>
          </a:p>
          <a:p>
            <a:pPr marL="285750" indent="-285750" fontAlgn="base">
              <a:buFont typeface="Arial" panose="020B0604020202020204" pitchFamily="34" charset="0"/>
              <a:buChar char="•"/>
            </a:pPr>
            <a:endParaRPr lang="en-IN" dirty="0">
              <a:latin typeface="Times New Roman" panose="02020603050405020304" pitchFamily="18" charset="0"/>
              <a:cs typeface="Times New Roman" panose="02020603050405020304" pitchFamily="18" charset="0"/>
            </a:endParaRPr>
          </a:p>
          <a:p>
            <a:pPr fontAlgn="base"/>
            <a:r>
              <a:rPr lang="en-IN" dirty="0">
                <a:latin typeface="Times New Roman" panose="02020603050405020304" pitchFamily="18" charset="0"/>
                <a:cs typeface="Times New Roman" panose="02020603050405020304" pitchFamily="18" charset="0"/>
              </a:rPr>
              <a:t>I used </a:t>
            </a:r>
            <a:r>
              <a:rPr lang="en-IN" dirty="0">
                <a:highlight>
                  <a:srgbClr val="FFFF00"/>
                </a:highlight>
                <a:latin typeface="Times New Roman" panose="02020603050405020304" pitchFamily="18" charset="0"/>
                <a:cs typeface="Times New Roman" panose="02020603050405020304" pitchFamily="18" charset="0"/>
              </a:rPr>
              <a:t> </a:t>
            </a:r>
            <a:r>
              <a:rPr lang="en-IN" dirty="0" smtClean="0">
                <a:highlight>
                  <a:srgbClr val="FFFF00"/>
                </a:highlight>
                <a:latin typeface="Times New Roman" panose="02020603050405020304" pitchFamily="18" charset="0"/>
                <a:cs typeface="Times New Roman" panose="02020603050405020304" pitchFamily="18" charset="0"/>
              </a:rPr>
              <a:t>IBM </a:t>
            </a:r>
            <a:r>
              <a:rPr lang="en-IN" dirty="0">
                <a:highlight>
                  <a:srgbClr val="FFFF00"/>
                </a:highlight>
                <a:latin typeface="Times New Roman" panose="02020603050405020304" pitchFamily="18" charset="0"/>
                <a:cs typeface="Times New Roman" panose="02020603050405020304" pitchFamily="18" charset="0"/>
              </a:rPr>
              <a:t>watsonx.ai </a:t>
            </a:r>
            <a:r>
              <a:rPr lang="en-IN" dirty="0" smtClean="0">
                <a:highlight>
                  <a:srgbClr val="FFFF00"/>
                </a:highlight>
                <a:latin typeface="Times New Roman" panose="02020603050405020304" pitchFamily="18" charset="0"/>
                <a:cs typeface="Times New Roman" panose="02020603050405020304" pitchFamily="18" charset="0"/>
              </a:rPr>
              <a:t>+IBM </a:t>
            </a:r>
            <a:r>
              <a:rPr lang="en-IN" dirty="0" err="1" smtClean="0">
                <a:highlight>
                  <a:srgbClr val="FFFF00"/>
                </a:highlight>
                <a:latin typeface="Times New Roman" panose="02020603050405020304" pitchFamily="18" charset="0"/>
                <a:cs typeface="Times New Roman" panose="02020603050405020304" pitchFamily="18" charset="0"/>
              </a:rPr>
              <a:t>wastsonx</a:t>
            </a:r>
            <a:r>
              <a:rPr lang="en-IN" dirty="0" smtClean="0">
                <a:highlight>
                  <a:srgbClr val="FFFF00"/>
                </a:highlight>
                <a:latin typeface="Times New Roman" panose="02020603050405020304" pitchFamily="18" charset="0"/>
                <a:cs typeface="Times New Roman" panose="02020603050405020304" pitchFamily="18" charset="0"/>
              </a:rPr>
              <a:t> Orchestrate</a:t>
            </a:r>
          </a:p>
          <a:p>
            <a:pPr fontAlgn="base"/>
            <a:endParaRPr lang="en-IN" dirty="0"/>
          </a:p>
          <a:p>
            <a:pPr marL="285750" indent="-285750" fontAlgn="base">
              <a:buFont typeface="Arial" panose="020B0604020202020204" pitchFamily="34" charset="0"/>
              <a:buChar char="•"/>
            </a:pPr>
            <a:endParaRPr lang="en-IN" dirty="0"/>
          </a:p>
          <a:p>
            <a:pPr fontAlgn="base"/>
            <a:endParaRPr lang="en-IN" dirty="0"/>
          </a:p>
          <a:p>
            <a:pPr fontAlgn="base"/>
            <a:endParaRPr lang="en-US" dirty="0"/>
          </a:p>
          <a:p>
            <a:endParaRPr lang="en-IN" dirty="0"/>
          </a:p>
        </p:txBody>
      </p:sp>
      <p:sp>
        <p:nvSpPr>
          <p:cNvPr id="3" name="TextBox 2">
            <a:extLst>
              <a:ext uri="{FF2B5EF4-FFF2-40B4-BE49-F238E27FC236}">
                <a16:creationId xmlns:a16="http://schemas.microsoft.com/office/drawing/2014/main" id="{FBD926A1-0833-2949-651F-2AAB4D91A8C9}"/>
              </a:ext>
            </a:extLst>
          </p:cNvPr>
          <p:cNvSpPr txBox="1"/>
          <p:nvPr/>
        </p:nvSpPr>
        <p:spPr>
          <a:xfrm>
            <a:off x="576072" y="704088"/>
            <a:ext cx="7214616" cy="461665"/>
          </a:xfrm>
          <a:prstGeom prst="rect">
            <a:avLst/>
          </a:prstGeom>
          <a:noFill/>
        </p:spPr>
        <p:txBody>
          <a:bodyPr wrap="square" rtlCol="0">
            <a:spAutoFit/>
          </a:bodyPr>
          <a:lstStyle/>
          <a:p>
            <a:r>
              <a:rPr lang="en-US" sz="2400" b="1" dirty="0"/>
              <a:t>Technology Used </a:t>
            </a:r>
            <a:endParaRPr lang="en-IN" sz="2400" b="1" dirty="0"/>
          </a:p>
        </p:txBody>
      </p:sp>
      <p:sp>
        <p:nvSpPr>
          <p:cNvPr id="4" name="TextBox 3">
            <a:extLst>
              <a:ext uri="{FF2B5EF4-FFF2-40B4-BE49-F238E27FC236}">
                <a16:creationId xmlns:a16="http://schemas.microsoft.com/office/drawing/2014/main" id="{4A7608B5-9906-EFCF-959A-E89FC2E3EE19}"/>
              </a:ext>
            </a:extLst>
          </p:cNvPr>
          <p:cNvSpPr txBox="1"/>
          <p:nvPr/>
        </p:nvSpPr>
        <p:spPr>
          <a:xfrm>
            <a:off x="713232" y="3012413"/>
            <a:ext cx="10515600" cy="2585323"/>
          </a:xfrm>
          <a:prstGeom prst="rect">
            <a:avLst/>
          </a:prstGeom>
          <a:noFill/>
        </p:spPr>
        <p:txBody>
          <a:bodyPr wrap="square" rtlCol="0">
            <a:spAutoFit/>
          </a:bodyPr>
          <a:lstStyle/>
          <a:p>
            <a:pPr marL="285750" indent="-285750">
              <a:buFont typeface="Arial" panose="020B0604020202020204" pitchFamily="34" charset="0"/>
              <a:buChar char="•"/>
            </a:pPr>
            <a:endParaRPr lang="en-US" sz="1800" dirty="0">
              <a:latin typeface="Times New Roman" panose="02020603050405020304" pitchFamily="18" charset="0"/>
              <a:cs typeface="Times New Roman" panose="02020603050405020304" pitchFamily="18" charset="0"/>
            </a:endParaRPr>
          </a:p>
          <a:p>
            <a:pPr marL="285750" indent="-285750" fontAlgn="base">
              <a:buFont typeface="Arial"/>
              <a:buChar char="•"/>
            </a:pPr>
            <a:r>
              <a:rPr lang="en-US" b="1" dirty="0">
                <a:latin typeface="Times New Roman" panose="02020603050405020304" pitchFamily="18" charset="0"/>
                <a:cs typeface="Times New Roman" panose="02020603050405020304" pitchFamily="18" charset="0"/>
              </a:rPr>
              <a:t>IBM Cloud </a:t>
            </a:r>
            <a:r>
              <a:rPr lang="en-US" dirty="0">
                <a:latin typeface="Times New Roman" panose="02020603050405020304" pitchFamily="18" charset="0"/>
                <a:cs typeface="Times New Roman" panose="02020603050405020304" pitchFamily="18" charset="0"/>
              </a:rPr>
              <a:t>– It provides the infrastructure to build, deploy, and scale the Nutrition Agent efficiently. IBM Cloud enables a reliable, secure, and scalable environment for deploying the Nutrition Agent.</a:t>
            </a:r>
          </a:p>
          <a:p>
            <a:pPr marL="285750" indent="-285750" fontAlgn="base">
              <a:buFont typeface="Arial"/>
              <a:buChar char="•"/>
            </a:pPr>
            <a:endParaRPr lang="en-US" dirty="0">
              <a:latin typeface="Times New Roman" panose="02020603050405020304" pitchFamily="18" charset="0"/>
              <a:cs typeface="Times New Roman" panose="02020603050405020304" pitchFamily="18" charset="0"/>
            </a:endParaRPr>
          </a:p>
          <a:p>
            <a:pPr marL="285750" indent="-285750" fontAlgn="base">
              <a:buFont typeface="Arial"/>
              <a:buChar char="•"/>
            </a:pPr>
            <a:r>
              <a:rPr lang="en-US" b="1" dirty="0">
                <a:latin typeface="Times New Roman" panose="02020603050405020304" pitchFamily="18" charset="0"/>
                <a:cs typeface="Times New Roman" panose="02020603050405020304" pitchFamily="18" charset="0"/>
              </a:rPr>
              <a:t>IBM Watsonx.ai </a:t>
            </a:r>
            <a:r>
              <a:rPr lang="en-US" dirty="0">
                <a:latin typeface="Times New Roman" panose="02020603050405020304" pitchFamily="18" charset="0"/>
                <a:cs typeface="Times New Roman" panose="02020603050405020304" pitchFamily="18" charset="0"/>
              </a:rPr>
              <a:t>- For model deployment, embeddings, and AI governance</a:t>
            </a:r>
          </a:p>
          <a:p>
            <a:pPr marL="285750" indent="-285750" fontAlgn="base">
              <a:buFont typeface="Arial"/>
              <a:buChar char="•"/>
            </a:pPr>
            <a:endParaRPr lang="en-US" dirty="0">
              <a:latin typeface="Times New Roman" panose="02020603050405020304" pitchFamily="18" charset="0"/>
              <a:cs typeface="Times New Roman" panose="02020603050405020304" pitchFamily="18" charset="0"/>
            </a:endParaRPr>
          </a:p>
          <a:p>
            <a:pPr marL="285750" indent="-285750" fontAlgn="base">
              <a:buFont typeface="Arial"/>
              <a:buChar char="•"/>
            </a:pPr>
            <a:r>
              <a:rPr lang="en-IN" b="1" dirty="0">
                <a:latin typeface="Times New Roman" panose="02020603050405020304" pitchFamily="18" charset="0"/>
                <a:cs typeface="Times New Roman" panose="02020603050405020304" pitchFamily="18" charset="0"/>
              </a:rPr>
              <a:t>IBM </a:t>
            </a:r>
            <a:r>
              <a:rPr lang="en-IN" b="1" dirty="0" err="1">
                <a:latin typeface="Times New Roman" panose="02020603050405020304" pitchFamily="18" charset="0"/>
                <a:cs typeface="Times New Roman" panose="02020603050405020304" pitchFamily="18" charset="0"/>
              </a:rPr>
              <a:t>wastsonx</a:t>
            </a:r>
            <a:r>
              <a:rPr lang="en-IN" b="1" dirty="0">
                <a:latin typeface="Times New Roman" panose="02020603050405020304" pitchFamily="18" charset="0"/>
                <a:cs typeface="Times New Roman" panose="02020603050405020304" pitchFamily="18" charset="0"/>
              </a:rPr>
              <a:t> </a:t>
            </a:r>
            <a:r>
              <a:rPr lang="en-IN" b="1" dirty="0" smtClean="0">
                <a:latin typeface="Times New Roman" panose="02020603050405020304" pitchFamily="18" charset="0"/>
                <a:cs typeface="Times New Roman" panose="02020603050405020304" pitchFamily="18" charset="0"/>
              </a:rPr>
              <a:t>Orchestrate:</a:t>
            </a:r>
            <a:r>
              <a:rPr lang="en-US" dirty="0">
                <a:latin typeface="Times New Roman" panose="02020603050405020304" pitchFamily="18" charset="0"/>
                <a:cs typeface="Times New Roman" panose="02020603050405020304" pitchFamily="18" charset="0"/>
              </a:rPr>
              <a:t>IBM </a:t>
            </a:r>
            <a:r>
              <a:rPr lang="en-US" dirty="0" err="1">
                <a:latin typeface="Times New Roman" panose="02020603050405020304" pitchFamily="18" charset="0"/>
                <a:cs typeface="Times New Roman" panose="02020603050405020304" pitchFamily="18" charset="0"/>
              </a:rPr>
              <a:t>watsonx</a:t>
            </a:r>
            <a:r>
              <a:rPr lang="en-US" dirty="0">
                <a:latin typeface="Times New Roman" panose="02020603050405020304" pitchFamily="18" charset="0"/>
                <a:cs typeface="Times New Roman" panose="02020603050405020304" pitchFamily="18" charset="0"/>
              </a:rPr>
              <a:t> Orchestrate is an AI-powered automation platform from IBM that helps organizations automate business processes, coordinate AI agents, and streamline work across multiple applications and systems.</a:t>
            </a:r>
            <a:endParaRPr lang="en-US" b="1" dirty="0">
              <a:latin typeface="Times New Roman" panose="02020603050405020304" pitchFamily="18" charset="0"/>
              <a:cs typeface="Times New Roman" panose="02020603050405020304" pitchFamily="18" charset="0"/>
            </a:endParaRPr>
          </a:p>
          <a:p>
            <a:pPr marL="285750" indent="-285750">
              <a:buFont typeface="Arial" panose="020B0604020202020204" pitchFamily="34" charset="0"/>
              <a:buChar char="•"/>
            </a:pPr>
            <a:endParaRPr lang="en-US" sz="1800" dirty="0"/>
          </a:p>
          <a:p>
            <a:endParaRPr lang="en-US" dirty="0"/>
          </a:p>
          <a:p>
            <a:endParaRPr lang="en-IN" dirty="0"/>
          </a:p>
        </p:txBody>
      </p:sp>
    </p:spTree>
    <p:extLst>
      <p:ext uri="{BB962C8B-B14F-4D97-AF65-F5344CB8AC3E}">
        <p14:creationId xmlns:p14="http://schemas.microsoft.com/office/powerpoint/2010/main" val="4218467252"/>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103">
          <a:extLst>
            <a:ext uri="{FF2B5EF4-FFF2-40B4-BE49-F238E27FC236}">
              <a16:creationId xmlns:a16="http://schemas.microsoft.com/office/drawing/2014/main" id="{0471B467-61AA-7BCA-460D-43041E805F9C}"/>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4A1BF701-ABCA-4DF0-8330-B6AF71EF8E39}"/>
              </a:ext>
            </a:extLst>
          </p:cNvPr>
          <p:cNvSpPr txBox="1"/>
          <p:nvPr/>
        </p:nvSpPr>
        <p:spPr>
          <a:xfrm>
            <a:off x="576072" y="1234440"/>
            <a:ext cx="10607040" cy="1384995"/>
          </a:xfrm>
          <a:prstGeom prst="rect">
            <a:avLst/>
          </a:prstGeom>
          <a:noFill/>
        </p:spPr>
        <p:txBody>
          <a:bodyPr wrap="square" rtlCol="0">
            <a:spAutoFit/>
          </a:bodyPr>
          <a:lstStyle/>
          <a:p>
            <a:pPr fontAlgn="base"/>
            <a:endParaRPr lang="en-US" b="1" dirty="0"/>
          </a:p>
          <a:p>
            <a:r>
              <a:rPr lang="en-US" b="1" dirty="0">
                <a:latin typeface="Times New Roman" panose="02020603050405020304" pitchFamily="18" charset="0"/>
                <a:cs typeface="Times New Roman" panose="02020603050405020304" pitchFamily="18" charset="0"/>
              </a:rPr>
              <a:t>Proposed Solution: AI-Powered </a:t>
            </a:r>
            <a:r>
              <a:rPr lang="en-US" b="1" dirty="0" smtClean="0">
                <a:latin typeface="Times New Roman" panose="02020603050405020304" pitchFamily="18" charset="0"/>
                <a:cs typeface="Times New Roman" panose="02020603050405020304" pitchFamily="18" charset="0"/>
              </a:rPr>
              <a:t>Smart Study Platform</a:t>
            </a:r>
            <a:endParaRPr lang="en-US" b="1" dirty="0">
              <a:latin typeface="Times New Roman" panose="02020603050405020304" pitchFamily="18" charset="0"/>
              <a:cs typeface="Times New Roman" panose="02020603050405020304" pitchFamily="18" charset="0"/>
            </a:endParaRPr>
          </a:p>
          <a:p>
            <a:r>
              <a:rPr lang="en-US" dirty="0">
                <a:latin typeface="Times New Roman" panose="02020603050405020304" pitchFamily="18" charset="0"/>
                <a:cs typeface="Times New Roman" panose="02020603050405020304" pitchFamily="18" charset="0"/>
              </a:rPr>
              <a:t>The proposed solution is an </a:t>
            </a:r>
            <a:r>
              <a:rPr lang="en-US" b="1" dirty="0">
                <a:latin typeface="Times New Roman" panose="02020603050405020304" pitchFamily="18" charset="0"/>
                <a:cs typeface="Times New Roman" panose="02020603050405020304" pitchFamily="18" charset="0"/>
              </a:rPr>
              <a:t>AI-powered Smart Study Platform</a:t>
            </a:r>
            <a:r>
              <a:rPr lang="en-US" dirty="0">
                <a:latin typeface="Times New Roman" panose="02020603050405020304" pitchFamily="18" charset="0"/>
                <a:cs typeface="Times New Roman" panose="02020603050405020304" pitchFamily="18" charset="0"/>
              </a:rPr>
              <a:t> designed to transform traditional learning into a personalized, adaptive, and interactive experience. The platform uses artificial intelligence to understand each learner’s needs, track progress, and deliver customized learning </a:t>
            </a:r>
            <a:r>
              <a:rPr lang="en-US" dirty="0" smtClean="0">
                <a:latin typeface="Times New Roman" panose="02020603050405020304" pitchFamily="18" charset="0"/>
                <a:cs typeface="Times New Roman" panose="02020603050405020304" pitchFamily="18" charset="0"/>
              </a:rPr>
              <a:t>material to  improve efficiency .</a:t>
            </a:r>
            <a:endParaRPr lang="en-US" dirty="0">
              <a:latin typeface="Times New Roman" panose="02020603050405020304" pitchFamily="18" charset="0"/>
              <a:cs typeface="Times New Roman" panose="02020603050405020304" pitchFamily="18" charset="0"/>
            </a:endParaRPr>
          </a:p>
          <a:p>
            <a:endParaRPr lang="en-IN" dirty="0"/>
          </a:p>
        </p:txBody>
      </p:sp>
      <p:sp>
        <p:nvSpPr>
          <p:cNvPr id="3" name="TextBox 2">
            <a:extLst>
              <a:ext uri="{FF2B5EF4-FFF2-40B4-BE49-F238E27FC236}">
                <a16:creationId xmlns:a16="http://schemas.microsoft.com/office/drawing/2014/main" id="{527F30CC-07EF-8FCC-DA00-C9212F5DAECE}"/>
              </a:ext>
            </a:extLst>
          </p:cNvPr>
          <p:cNvSpPr txBox="1"/>
          <p:nvPr/>
        </p:nvSpPr>
        <p:spPr>
          <a:xfrm>
            <a:off x="576072" y="704088"/>
            <a:ext cx="7214616" cy="461665"/>
          </a:xfrm>
          <a:prstGeom prst="rect">
            <a:avLst/>
          </a:prstGeom>
          <a:noFill/>
        </p:spPr>
        <p:txBody>
          <a:bodyPr wrap="square" rtlCol="0">
            <a:spAutoFit/>
          </a:bodyPr>
          <a:lstStyle/>
          <a:p>
            <a:r>
              <a:rPr lang="en-US" sz="2400" b="1" dirty="0"/>
              <a:t>Proposed Solution -</a:t>
            </a:r>
            <a:endParaRPr lang="en-IN" sz="2400" b="1" dirty="0"/>
          </a:p>
        </p:txBody>
      </p:sp>
    </p:spTree>
    <p:extLst>
      <p:ext uri="{BB962C8B-B14F-4D97-AF65-F5344CB8AC3E}">
        <p14:creationId xmlns:p14="http://schemas.microsoft.com/office/powerpoint/2010/main" val="2290294991"/>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191"/>
        <p:cNvGrpSpPr/>
        <p:nvPr/>
      </p:nvGrpSpPr>
      <p:grpSpPr>
        <a:xfrm>
          <a:off x="0" y="0"/>
          <a:ext cx="0" cy="0"/>
          <a:chOff x="0" y="0"/>
          <a:chExt cx="0" cy="0"/>
        </a:xfrm>
      </p:grpSpPr>
      <p:pic>
        <p:nvPicPr>
          <p:cNvPr id="196" name="Google Shape;196;p9"/>
          <p:cNvPicPr preferRelativeResize="0"/>
          <p:nvPr/>
        </p:nvPicPr>
        <p:blipFill rotWithShape="1">
          <a:blip r:embed="rId3">
            <a:alphaModFix/>
          </a:blip>
          <a:srcRect/>
          <a:stretch/>
        </p:blipFill>
        <p:spPr>
          <a:xfrm>
            <a:off x="8371985" y="1167493"/>
            <a:ext cx="3015343" cy="4523014"/>
          </a:xfrm>
          <a:prstGeom prst="rect">
            <a:avLst/>
          </a:prstGeom>
          <a:noFill/>
          <a:ln>
            <a:noFill/>
          </a:ln>
        </p:spPr>
      </p:pic>
      <p:sp>
        <p:nvSpPr>
          <p:cNvPr id="2" name="TextBox 1">
            <a:extLst>
              <a:ext uri="{FF2B5EF4-FFF2-40B4-BE49-F238E27FC236}">
                <a16:creationId xmlns:a16="http://schemas.microsoft.com/office/drawing/2014/main" id="{B84A7B44-8B20-5A39-ED43-DA98D0FC7976}"/>
              </a:ext>
            </a:extLst>
          </p:cNvPr>
          <p:cNvSpPr txBox="1"/>
          <p:nvPr/>
        </p:nvSpPr>
        <p:spPr>
          <a:xfrm>
            <a:off x="475488" y="283464"/>
            <a:ext cx="9317736" cy="584775"/>
          </a:xfrm>
          <a:prstGeom prst="rect">
            <a:avLst/>
          </a:prstGeom>
          <a:noFill/>
        </p:spPr>
        <p:txBody>
          <a:bodyPr wrap="square" rtlCol="0">
            <a:spAutoFit/>
          </a:bodyPr>
          <a:lstStyle/>
          <a:p>
            <a:r>
              <a:rPr lang="en-US" sz="3200" b="1" dirty="0"/>
              <a:t>Role of Agentic AI in the solution </a:t>
            </a:r>
            <a:endParaRPr lang="en-IN" sz="3200" b="1" dirty="0"/>
          </a:p>
        </p:txBody>
      </p:sp>
      <p:sp>
        <p:nvSpPr>
          <p:cNvPr id="3" name="TextBox 2">
            <a:extLst>
              <a:ext uri="{FF2B5EF4-FFF2-40B4-BE49-F238E27FC236}">
                <a16:creationId xmlns:a16="http://schemas.microsoft.com/office/drawing/2014/main" id="{322462E8-EB3A-DA7D-44CB-4E757803A755}"/>
              </a:ext>
            </a:extLst>
          </p:cNvPr>
          <p:cNvSpPr txBox="1"/>
          <p:nvPr/>
        </p:nvSpPr>
        <p:spPr>
          <a:xfrm>
            <a:off x="621792" y="1167493"/>
            <a:ext cx="7406640" cy="954107"/>
          </a:xfrm>
          <a:prstGeom prst="rect">
            <a:avLst/>
          </a:prstGeom>
          <a:noFill/>
        </p:spPr>
        <p:txBody>
          <a:bodyPr wrap="square" rtlCol="0">
            <a:spAutoFit/>
          </a:bodyPr>
          <a:lstStyle/>
          <a:p>
            <a:r>
              <a:rPr lang="en-US" b="1" dirty="0">
                <a:latin typeface="Times New Roman" panose="02020603050405020304" pitchFamily="18" charset="0"/>
                <a:cs typeface="Times New Roman" panose="02020603050405020304" pitchFamily="18" charset="0"/>
              </a:rPr>
              <a:t>Role of Agentic AI in Nutrition Agent</a:t>
            </a:r>
          </a:p>
          <a:p>
            <a:r>
              <a:rPr lang="en-US" b="1" dirty="0">
                <a:latin typeface="Times New Roman" panose="02020603050405020304" pitchFamily="18" charset="0"/>
                <a:cs typeface="Times New Roman" panose="02020603050405020304" pitchFamily="18" charset="0"/>
              </a:rPr>
              <a:t>Agentic AI</a:t>
            </a:r>
            <a:r>
              <a:rPr lang="en-US" dirty="0">
                <a:latin typeface="Times New Roman" panose="02020603050405020304" pitchFamily="18" charset="0"/>
                <a:cs typeface="Times New Roman" panose="02020603050405020304" pitchFamily="18" charset="0"/>
              </a:rPr>
              <a:t> refers to AI systems that can </a:t>
            </a:r>
            <a:r>
              <a:rPr lang="en-US" b="1" dirty="0">
                <a:latin typeface="Times New Roman" panose="02020603050405020304" pitchFamily="18" charset="0"/>
                <a:cs typeface="Times New Roman" panose="02020603050405020304" pitchFamily="18" charset="0"/>
              </a:rPr>
              <a:t>plan, decide, and take actions autonomously</a:t>
            </a:r>
            <a:r>
              <a:rPr lang="en-US" dirty="0">
                <a:latin typeface="Times New Roman" panose="02020603050405020304" pitchFamily="18" charset="0"/>
                <a:cs typeface="Times New Roman" panose="02020603050405020304" pitchFamily="18" charset="0"/>
              </a:rPr>
              <a:t> to achieve goals—rather than just responding to prompts. In a smart study platform, it acts like an active “learning agent” that continuously supports and guides the student.</a:t>
            </a: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200">
          <a:extLst>
            <a:ext uri="{FF2B5EF4-FFF2-40B4-BE49-F238E27FC236}">
              <a16:creationId xmlns:a16="http://schemas.microsoft.com/office/drawing/2014/main" id="{EEDEC80F-FA4E-F3FF-DE90-87B861D0BD13}"/>
            </a:ext>
          </a:extLst>
        </p:cNvPr>
        <p:cNvGrpSpPr/>
        <p:nvPr/>
      </p:nvGrpSpPr>
      <p:grpSpPr>
        <a:xfrm>
          <a:off x="0" y="0"/>
          <a:ext cx="0" cy="0"/>
          <a:chOff x="0" y="0"/>
          <a:chExt cx="0" cy="0"/>
        </a:xfrm>
      </p:grpSpPr>
      <p:sp>
        <p:nvSpPr>
          <p:cNvPr id="2" name="TextBox 1">
            <a:extLst>
              <a:ext uri="{FF2B5EF4-FFF2-40B4-BE49-F238E27FC236}">
                <a16:creationId xmlns:a16="http://schemas.microsoft.com/office/drawing/2014/main" id="{6FA184BA-BCF2-3D7B-30D0-0F3CF30C161B}"/>
              </a:ext>
            </a:extLst>
          </p:cNvPr>
          <p:cNvSpPr txBox="1"/>
          <p:nvPr/>
        </p:nvSpPr>
        <p:spPr>
          <a:xfrm>
            <a:off x="777240" y="484632"/>
            <a:ext cx="7123176" cy="461665"/>
          </a:xfrm>
          <a:prstGeom prst="rect">
            <a:avLst/>
          </a:prstGeom>
          <a:noFill/>
        </p:spPr>
        <p:txBody>
          <a:bodyPr wrap="square" rtlCol="0">
            <a:spAutoFit/>
          </a:bodyPr>
          <a:lstStyle/>
          <a:p>
            <a:r>
              <a:rPr lang="en-US" sz="2400" b="1" dirty="0"/>
              <a:t>Novelty and Uniqueness</a:t>
            </a:r>
            <a:endParaRPr lang="en-IN" sz="2400" b="1" dirty="0"/>
          </a:p>
        </p:txBody>
      </p:sp>
      <p:sp>
        <p:nvSpPr>
          <p:cNvPr id="3" name="TextBox 2">
            <a:extLst>
              <a:ext uri="{FF2B5EF4-FFF2-40B4-BE49-F238E27FC236}">
                <a16:creationId xmlns:a16="http://schemas.microsoft.com/office/drawing/2014/main" id="{ED65F54F-855A-0DB6-09A6-3212C5F7405B}"/>
              </a:ext>
            </a:extLst>
          </p:cNvPr>
          <p:cNvSpPr txBox="1"/>
          <p:nvPr/>
        </p:nvSpPr>
        <p:spPr>
          <a:xfrm>
            <a:off x="777240" y="1207008"/>
            <a:ext cx="11301984" cy="2800767"/>
          </a:xfrm>
          <a:prstGeom prst="rect">
            <a:avLst/>
          </a:prstGeom>
          <a:noFill/>
        </p:spPr>
        <p:txBody>
          <a:bodyPr wrap="square" rtlCol="0">
            <a:spAutoFit/>
          </a:bodyPr>
          <a:lstStyle/>
          <a:p>
            <a:r>
              <a:rPr lang="en-IN" sz="1800" dirty="0">
                <a:latin typeface="Times New Roman" panose="02020603050405020304" pitchFamily="18" charset="0"/>
                <a:cs typeface="Times New Roman" panose="02020603050405020304" pitchFamily="18" charset="0"/>
              </a:rPr>
              <a:t>The proposed </a:t>
            </a:r>
            <a:r>
              <a:rPr lang="en-US" sz="1800" b="1" dirty="0">
                <a:latin typeface="Times New Roman" panose="02020603050405020304" pitchFamily="18" charset="0"/>
                <a:cs typeface="Times New Roman" panose="02020603050405020304" pitchFamily="18" charset="0"/>
              </a:rPr>
              <a:t>AI-Powered Smart Study </a:t>
            </a:r>
            <a:r>
              <a:rPr lang="en-US" sz="1800" b="1" dirty="0" smtClean="0">
                <a:latin typeface="Times New Roman" panose="02020603050405020304" pitchFamily="18" charset="0"/>
                <a:cs typeface="Times New Roman" panose="02020603050405020304" pitchFamily="18" charset="0"/>
              </a:rPr>
              <a:t>Platform</a:t>
            </a:r>
            <a:r>
              <a:rPr lang="en-IN" sz="1800" dirty="0" smtClean="0">
                <a:latin typeface="Times New Roman" panose="02020603050405020304" pitchFamily="18" charset="0"/>
                <a:cs typeface="Times New Roman" panose="02020603050405020304" pitchFamily="18" charset="0"/>
              </a:rPr>
              <a:t> </a:t>
            </a:r>
            <a:r>
              <a:rPr lang="en-IN" sz="1800" dirty="0">
                <a:latin typeface="Times New Roman" panose="02020603050405020304" pitchFamily="18" charset="0"/>
                <a:cs typeface="Times New Roman" panose="02020603050405020304" pitchFamily="18" charset="0"/>
              </a:rPr>
              <a:t>Agent stands out by combining </a:t>
            </a:r>
            <a:r>
              <a:rPr lang="en-IN" sz="1800" b="1" dirty="0">
                <a:latin typeface="Times New Roman" panose="02020603050405020304" pitchFamily="18" charset="0"/>
                <a:cs typeface="Times New Roman" panose="02020603050405020304" pitchFamily="18" charset="0"/>
              </a:rPr>
              <a:t>Agentic </a:t>
            </a:r>
            <a:r>
              <a:rPr lang="en-IN" sz="1800" b="1" dirty="0" smtClean="0">
                <a:latin typeface="Times New Roman" panose="02020603050405020304" pitchFamily="18" charset="0"/>
                <a:cs typeface="Times New Roman" panose="02020603050405020304" pitchFamily="18" charset="0"/>
              </a:rPr>
              <a:t>AI, </a:t>
            </a:r>
            <a:r>
              <a:rPr lang="en-IN" sz="1800" b="1" dirty="0">
                <a:latin typeface="Times New Roman" panose="02020603050405020304" pitchFamily="18" charset="0"/>
                <a:cs typeface="Times New Roman" panose="02020603050405020304" pitchFamily="18" charset="0"/>
              </a:rPr>
              <a:t>and personalization</a:t>
            </a:r>
            <a:r>
              <a:rPr lang="en-IN" sz="1800" dirty="0">
                <a:latin typeface="Times New Roman" panose="02020603050405020304" pitchFamily="18" charset="0"/>
                <a:cs typeface="Times New Roman" panose="02020603050405020304" pitchFamily="18" charset="0"/>
              </a:rPr>
              <a:t> into a single intelligent system.</a:t>
            </a:r>
          </a:p>
          <a:p>
            <a:endParaRPr lang="en-IN" sz="1800" dirty="0">
              <a:latin typeface="Times New Roman" panose="02020603050405020304" pitchFamily="18" charset="0"/>
              <a:cs typeface="Times New Roman" panose="02020603050405020304" pitchFamily="18" charset="0"/>
            </a:endParaRPr>
          </a:p>
          <a:p>
            <a:r>
              <a:rPr lang="en-US" sz="1800" dirty="0" smtClean="0">
                <a:latin typeface="Times New Roman" panose="02020603050405020304" pitchFamily="18" charset="0"/>
                <a:cs typeface="Times New Roman" panose="02020603050405020304" pitchFamily="18" charset="0"/>
              </a:rPr>
              <a:t>Traditional </a:t>
            </a:r>
            <a:r>
              <a:rPr lang="en-US" sz="1800" dirty="0">
                <a:latin typeface="Times New Roman" panose="02020603050405020304" pitchFamily="18" charset="0"/>
                <a:cs typeface="Times New Roman" panose="02020603050405020304" pitchFamily="18" charset="0"/>
              </a:rPr>
              <a:t>platforms focus on content delivery</a:t>
            </a:r>
            <a:br>
              <a:rPr lang="en-US" sz="1800" dirty="0">
                <a:latin typeface="Times New Roman" panose="02020603050405020304" pitchFamily="18" charset="0"/>
                <a:cs typeface="Times New Roman" panose="02020603050405020304" pitchFamily="18" charset="0"/>
              </a:rPr>
            </a:br>
            <a:r>
              <a:rPr lang="en-US" sz="1800" dirty="0">
                <a:latin typeface="Times New Roman" panose="02020603050405020304" pitchFamily="18" charset="0"/>
                <a:cs typeface="Times New Roman" panose="02020603050405020304" pitchFamily="18" charset="0"/>
              </a:rPr>
              <a:t>Agentic AI focuses on:</a:t>
            </a:r>
          </a:p>
          <a:p>
            <a:r>
              <a:rPr lang="en-US" sz="1800" dirty="0">
                <a:latin typeface="Times New Roman" panose="02020603050405020304" pitchFamily="18" charset="0"/>
                <a:cs typeface="Times New Roman" panose="02020603050405020304" pitchFamily="18" charset="0"/>
              </a:rPr>
              <a:t>Exam readiness </a:t>
            </a:r>
          </a:p>
          <a:p>
            <a:r>
              <a:rPr lang="en-US" sz="1800" dirty="0">
                <a:latin typeface="Times New Roman" panose="02020603050405020304" pitchFamily="18" charset="0"/>
                <a:cs typeface="Times New Roman" panose="02020603050405020304" pitchFamily="18" charset="0"/>
              </a:rPr>
              <a:t>Skill mastery </a:t>
            </a:r>
          </a:p>
          <a:p>
            <a:r>
              <a:rPr lang="en-US" sz="1800" dirty="0">
                <a:latin typeface="Times New Roman" panose="02020603050405020304" pitchFamily="18" charset="0"/>
                <a:cs typeface="Times New Roman" panose="02020603050405020304" pitchFamily="18" charset="0"/>
              </a:rPr>
              <a:t>Performance improvement </a:t>
            </a:r>
          </a:p>
          <a:p>
            <a:r>
              <a:rPr lang="en-US" sz="1800" dirty="0" smtClean="0">
                <a:latin typeface="Times New Roman" panose="02020603050405020304" pitchFamily="18" charset="0"/>
                <a:cs typeface="Times New Roman" panose="02020603050405020304" pitchFamily="18" charset="0"/>
              </a:rPr>
              <a:t> </a:t>
            </a:r>
            <a:r>
              <a:rPr lang="en-US" sz="1800" b="1" dirty="0">
                <a:latin typeface="Times New Roman" panose="02020603050405020304" pitchFamily="18" charset="0"/>
                <a:cs typeface="Times New Roman" panose="02020603050405020304" pitchFamily="18" charset="0"/>
              </a:rPr>
              <a:t>Novelty:</a:t>
            </a:r>
            <a:r>
              <a:rPr lang="en-US" sz="1800" dirty="0">
                <a:latin typeface="Times New Roman" panose="02020603050405020304" pitchFamily="18" charset="0"/>
                <a:cs typeface="Times New Roman" panose="02020603050405020304" pitchFamily="18" charset="0"/>
              </a:rPr>
              <a:t> Shift from “what to study” → “how to succeed”.</a:t>
            </a:r>
          </a:p>
          <a:p>
            <a:endParaRPr lang="en-IN" dirty="0"/>
          </a:p>
        </p:txBody>
      </p:sp>
    </p:spTree>
    <p:extLst>
      <p:ext uri="{BB962C8B-B14F-4D97-AF65-F5344CB8AC3E}">
        <p14:creationId xmlns:p14="http://schemas.microsoft.com/office/powerpoint/2010/main" val="91796410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7BB3C0CA-2F24-30DF-1D65-4440B864F08E}"/>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187EEB9C-2E84-113A-3CE6-1507BF5B039F}"/>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Git Hub Link</a:t>
            </a:r>
            <a:endParaRPr sz="2400" b="1" dirty="0">
              <a:sym typeface="Times New Roman"/>
            </a:endParaRPr>
          </a:p>
        </p:txBody>
      </p:sp>
      <p:sp>
        <p:nvSpPr>
          <p:cNvPr id="279" name="Google Shape;279;p18">
            <a:extLst>
              <a:ext uri="{FF2B5EF4-FFF2-40B4-BE49-F238E27FC236}">
                <a16:creationId xmlns:a16="http://schemas.microsoft.com/office/drawing/2014/main" id="{3711AF54-94A6-B837-31EF-9A8C4ECB9AF6}"/>
              </a:ext>
            </a:extLst>
          </p:cNvPr>
          <p:cNvSpPr/>
          <p:nvPr/>
        </p:nvSpPr>
        <p:spPr>
          <a:xfrm>
            <a:off x="1218724" y="1153712"/>
            <a:ext cx="9214580"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https://github.com/mshrutir/AI-Powered-Smart-Study-Platform.git </a:t>
            </a:r>
            <a:endParaRPr lang="en-US" sz="1850" dirty="0" smtClean="0">
              <a:solidFill>
                <a:srgbClr val="2B3541"/>
              </a:solidFill>
              <a:latin typeface="Times New Roman"/>
              <a:ea typeface="Times New Roman"/>
              <a:cs typeface="Times New Roman"/>
              <a:sym typeface="Times New Roman"/>
            </a:endParaRPr>
          </a:p>
          <a:p>
            <a:pPr lvl="0">
              <a:lnSpc>
                <a:spcPct val="162162"/>
              </a:lnSpc>
              <a:buClr>
                <a:srgbClr val="2B3541"/>
              </a:buClr>
              <a:buSzPts val="1850"/>
            </a:pPr>
            <a:r>
              <a:rPr lang="en-US" sz="1850" dirty="0">
                <a:solidFill>
                  <a:srgbClr val="2B3541"/>
                </a:solidFill>
                <a:latin typeface="Times New Roman"/>
                <a:ea typeface="Times New Roman"/>
                <a:cs typeface="Times New Roman"/>
                <a:sym typeface="Times New Roman"/>
              </a:rPr>
              <a:t/>
            </a:r>
            <a:br>
              <a:rPr lang="en-US" sz="1850" dirty="0">
                <a:solidFill>
                  <a:srgbClr val="2B3541"/>
                </a:solidFill>
                <a:latin typeface="Times New Roman"/>
                <a:ea typeface="Times New Roman"/>
                <a:cs typeface="Times New Roman"/>
                <a:sym typeface="Times New Roman"/>
              </a:rPr>
            </a:br>
            <a:endParaRPr sz="1850" b="0" i="0" u="none" strike="noStrike" cap="none" dirty="0">
              <a:solidFill>
                <a:srgbClr val="000000"/>
              </a:solidFill>
              <a:latin typeface="Times New Roman"/>
              <a:ea typeface="Times New Roman"/>
              <a:cs typeface="Times New Roman"/>
              <a:sym typeface="Times New Roman"/>
            </a:endParaRPr>
          </a:p>
        </p:txBody>
      </p:sp>
      <p:sp>
        <p:nvSpPr>
          <p:cNvPr id="280" name="Google Shape;280;p18">
            <a:extLst>
              <a:ext uri="{FF2B5EF4-FFF2-40B4-BE49-F238E27FC236}">
                <a16:creationId xmlns:a16="http://schemas.microsoft.com/office/drawing/2014/main" id="{E228982D-BF81-530A-CBA1-E897A3CA8EF7}"/>
              </a:ext>
            </a:extLst>
          </p:cNvPr>
          <p:cNvSpPr/>
          <p:nvPr/>
        </p:nvSpPr>
        <p:spPr>
          <a:xfrm>
            <a:off x="1218724" y="3360216"/>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7BC356B8-92F8-3187-D065-667AACF68E72}"/>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1558A011-60D6-B010-6117-1B9F7C786B2B}"/>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60585192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274">
          <a:extLst>
            <a:ext uri="{FF2B5EF4-FFF2-40B4-BE49-F238E27FC236}">
              <a16:creationId xmlns:a16="http://schemas.microsoft.com/office/drawing/2014/main" id="{6FA0F82B-7EE5-EAB0-F470-130BDAC8254B}"/>
            </a:ext>
          </a:extLst>
        </p:cNvPr>
        <p:cNvGrpSpPr/>
        <p:nvPr/>
      </p:nvGrpSpPr>
      <p:grpSpPr>
        <a:xfrm>
          <a:off x="0" y="0"/>
          <a:ext cx="0" cy="0"/>
          <a:chOff x="0" y="0"/>
          <a:chExt cx="0" cy="0"/>
        </a:xfrm>
      </p:grpSpPr>
      <p:sp>
        <p:nvSpPr>
          <p:cNvPr id="278" name="Google Shape;278;p18">
            <a:extLst>
              <a:ext uri="{FF2B5EF4-FFF2-40B4-BE49-F238E27FC236}">
                <a16:creationId xmlns:a16="http://schemas.microsoft.com/office/drawing/2014/main" id="{0668C6FD-577A-7288-5642-1AFC22BD04F2}"/>
              </a:ext>
            </a:extLst>
          </p:cNvPr>
          <p:cNvSpPr/>
          <p:nvPr/>
        </p:nvSpPr>
        <p:spPr>
          <a:xfrm>
            <a:off x="1218724" y="420729"/>
            <a:ext cx="6444496" cy="704017"/>
          </a:xfrm>
          <a:prstGeom prst="rect">
            <a:avLst/>
          </a:prstGeom>
          <a:noFill/>
          <a:ln>
            <a:noFill/>
          </a:ln>
        </p:spPr>
        <p:txBody>
          <a:bodyPr spcFirstLastPara="1" wrap="square" lIns="0" tIns="0" rIns="0" bIns="0" anchor="t" anchorCtr="0">
            <a:noAutofit/>
          </a:bodyPr>
          <a:lstStyle/>
          <a:p>
            <a:pPr marL="0" marR="0" lvl="0" indent="0" algn="l" rtl="0">
              <a:lnSpc>
                <a:spcPct val="157142"/>
              </a:lnSpc>
              <a:spcBef>
                <a:spcPts val="0"/>
              </a:spcBef>
              <a:spcAft>
                <a:spcPts val="0"/>
              </a:spcAft>
              <a:buClr>
                <a:srgbClr val="051D3A"/>
              </a:buClr>
              <a:buSzPts val="3500"/>
              <a:buFont typeface="Times New Roman"/>
              <a:buNone/>
            </a:pPr>
            <a:r>
              <a:rPr lang="en-US" sz="2400" b="1" dirty="0">
                <a:sym typeface="Times New Roman"/>
              </a:rPr>
              <a:t>Future Scope </a:t>
            </a:r>
            <a:endParaRPr sz="2400" b="1" dirty="0">
              <a:sym typeface="Times New Roman"/>
            </a:endParaRPr>
          </a:p>
        </p:txBody>
      </p:sp>
      <p:sp>
        <p:nvSpPr>
          <p:cNvPr id="279" name="Google Shape;279;p18">
            <a:extLst>
              <a:ext uri="{FF2B5EF4-FFF2-40B4-BE49-F238E27FC236}">
                <a16:creationId xmlns:a16="http://schemas.microsoft.com/office/drawing/2014/main" id="{EAFA16CB-0A72-5AC5-69A0-ABF4A752B43F}"/>
              </a:ext>
            </a:extLst>
          </p:cNvPr>
          <p:cNvSpPr/>
          <p:nvPr/>
        </p:nvSpPr>
        <p:spPr>
          <a:xfrm>
            <a:off x="778933" y="1221715"/>
            <a:ext cx="9654371" cy="4277001"/>
          </a:xfrm>
          <a:prstGeom prst="rect">
            <a:avLst/>
          </a:prstGeom>
          <a:noFill/>
          <a:ln>
            <a:noFill/>
          </a:ln>
        </p:spPr>
        <p:txBody>
          <a:bodyPr spcFirstLastPara="1" wrap="square" lIns="0" tIns="0" rIns="0" bIns="0" anchor="t" anchorCtr="0">
            <a:noAutofit/>
          </a:bodyPr>
          <a:lstStyle/>
          <a:p>
            <a:pPr lvl="0">
              <a:lnSpc>
                <a:spcPct val="162162"/>
              </a:lnSpc>
              <a:buClr>
                <a:srgbClr val="2B3541"/>
              </a:buClr>
              <a:buSzPts val="1850"/>
            </a:pPr>
            <a:r>
              <a:rPr lang="en-US" sz="2000" dirty="0">
                <a:latin typeface="Times New Roman" panose="02020603050405020304" pitchFamily="18" charset="0"/>
                <a:cs typeface="Times New Roman" panose="02020603050405020304" pitchFamily="18" charset="0"/>
              </a:rPr>
              <a:t>The future scope of </a:t>
            </a:r>
            <a:r>
              <a:rPr lang="en-US" sz="2000" b="1" dirty="0">
                <a:latin typeface="Times New Roman" panose="02020603050405020304" pitchFamily="18" charset="0"/>
                <a:cs typeface="Times New Roman" panose="02020603050405020304" pitchFamily="18" charset="0"/>
              </a:rPr>
              <a:t>Agentic AI in Smart Study Platforms</a:t>
            </a:r>
            <a:r>
              <a:rPr lang="en-US" sz="2000" dirty="0">
                <a:latin typeface="Times New Roman" panose="02020603050405020304" pitchFamily="18" charset="0"/>
                <a:cs typeface="Times New Roman" panose="02020603050405020304" pitchFamily="18" charset="0"/>
              </a:rPr>
              <a:t> is vast, as advancements in artificial intelligence will enable more autonomous, personalized, and intelligent learning experiences. Agentic AI has the potential to revolutionize education by acting as a lifelong learning companion that continuously adapts to individual needs</a:t>
            </a:r>
            <a:r>
              <a:rPr lang="en-US" sz="2000" dirty="0" smtClean="0">
                <a:latin typeface="Times New Roman" panose="02020603050405020304" pitchFamily="18" charset="0"/>
                <a:cs typeface="Times New Roman" panose="02020603050405020304" pitchFamily="18" charset="0"/>
              </a:rPr>
              <a:t>.</a:t>
            </a:r>
          </a:p>
          <a:p>
            <a:pPr lvl="0">
              <a:lnSpc>
                <a:spcPct val="162162"/>
              </a:lnSpc>
              <a:buClr>
                <a:srgbClr val="2B3541"/>
              </a:buClr>
              <a:buSzPts val="1850"/>
            </a:pPr>
            <a:endParaRPr lang="en-US" sz="2000" dirty="0" smtClean="0">
              <a:latin typeface="Times New Roman" panose="02020603050405020304" pitchFamily="18" charset="0"/>
              <a:cs typeface="Times New Roman" panose="02020603050405020304" pitchFamily="18" charset="0"/>
            </a:endParaRPr>
          </a:p>
          <a:p>
            <a:r>
              <a:rPr lang="en-US" sz="2000" dirty="0">
                <a:latin typeface="Times New Roman" panose="02020603050405020304" pitchFamily="18" charset="0"/>
                <a:cs typeface="Times New Roman" panose="02020603050405020304" pitchFamily="18" charset="0"/>
              </a:rPr>
              <a:t>Multiple AI agents will work together, such as:</a:t>
            </a:r>
          </a:p>
          <a:p>
            <a:r>
              <a:rPr lang="en-US" sz="2000" dirty="0" smtClean="0">
                <a:latin typeface="Times New Roman" panose="02020603050405020304" pitchFamily="18" charset="0"/>
                <a:cs typeface="Times New Roman" panose="02020603050405020304" pitchFamily="18" charset="0"/>
              </a:rPr>
              <a:t>1 Tutor </a:t>
            </a:r>
            <a:r>
              <a:rPr lang="en-US" sz="2000" dirty="0">
                <a:latin typeface="Times New Roman" panose="02020603050405020304" pitchFamily="18" charset="0"/>
                <a:cs typeface="Times New Roman" panose="02020603050405020304" pitchFamily="18" charset="0"/>
              </a:rPr>
              <a:t>Agent for teaching concepts </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2 Assessment </a:t>
            </a:r>
            <a:r>
              <a:rPr lang="en-US" sz="2000" dirty="0">
                <a:latin typeface="Times New Roman" panose="02020603050405020304" pitchFamily="18" charset="0"/>
                <a:cs typeface="Times New Roman" panose="02020603050405020304" pitchFamily="18" charset="0"/>
              </a:rPr>
              <a:t>Agent for testing knowledge </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3 Scheduler </a:t>
            </a:r>
            <a:r>
              <a:rPr lang="en-US" sz="2000" dirty="0">
                <a:latin typeface="Times New Roman" panose="02020603050405020304" pitchFamily="18" charset="0"/>
                <a:cs typeface="Times New Roman" panose="02020603050405020304" pitchFamily="18" charset="0"/>
              </a:rPr>
              <a:t>Agent for time management </a:t>
            </a:r>
            <a:r>
              <a:rPr lang="en-US" sz="2000" dirty="0" smtClean="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p>
            <a:r>
              <a:rPr lang="en-US" sz="2000" dirty="0" smtClean="0">
                <a:latin typeface="Times New Roman" panose="02020603050405020304" pitchFamily="18" charset="0"/>
                <a:cs typeface="Times New Roman" panose="02020603050405020304" pitchFamily="18" charset="0"/>
              </a:rPr>
              <a:t>4 Career </a:t>
            </a:r>
            <a:r>
              <a:rPr lang="en-US" sz="2000" dirty="0">
                <a:latin typeface="Times New Roman" panose="02020603050405020304" pitchFamily="18" charset="0"/>
                <a:cs typeface="Times New Roman" panose="02020603050405020304" pitchFamily="18" charset="0"/>
              </a:rPr>
              <a:t>Guidance Agent for future </a:t>
            </a:r>
            <a:r>
              <a:rPr lang="en-US" sz="2000" dirty="0" smtClean="0">
                <a:latin typeface="Times New Roman" panose="02020603050405020304" pitchFamily="18" charset="0"/>
                <a:cs typeface="Times New Roman" panose="02020603050405020304" pitchFamily="18" charset="0"/>
              </a:rPr>
              <a:t>planning.</a:t>
            </a:r>
            <a:endParaRPr lang="en-US" sz="2000" dirty="0">
              <a:latin typeface="Times New Roman" panose="02020603050405020304" pitchFamily="18" charset="0"/>
              <a:cs typeface="Times New Roman" panose="02020603050405020304" pitchFamily="18" charset="0"/>
            </a:endParaRPr>
          </a:p>
          <a:p>
            <a:pPr lvl="0">
              <a:lnSpc>
                <a:spcPct val="162162"/>
              </a:lnSpc>
              <a:buClr>
                <a:srgbClr val="2B3541"/>
              </a:buClr>
              <a:buSzPts val="1850"/>
            </a:pPr>
            <a:endParaRPr sz="1850" b="0" i="0" u="none" strike="noStrike" cap="none" dirty="0">
              <a:solidFill>
                <a:srgbClr val="000000"/>
              </a:solidFill>
              <a:latin typeface="Times New Roman"/>
              <a:ea typeface="Times New Roman"/>
              <a:cs typeface="Times New Roman"/>
              <a:sym typeface="Times New Roman"/>
            </a:endParaRPr>
          </a:p>
        </p:txBody>
      </p:sp>
      <p:sp>
        <p:nvSpPr>
          <p:cNvPr id="281" name="Google Shape;281;p18">
            <a:extLst>
              <a:ext uri="{FF2B5EF4-FFF2-40B4-BE49-F238E27FC236}">
                <a16:creationId xmlns:a16="http://schemas.microsoft.com/office/drawing/2014/main" id="{91F05971-9256-10B5-6575-4E7C679C6DAA}"/>
              </a:ext>
            </a:extLst>
          </p:cNvPr>
          <p:cNvSpPr/>
          <p:nvPr/>
        </p:nvSpPr>
        <p:spPr>
          <a:xfrm>
            <a:off x="1218724" y="4395464"/>
            <a:ext cx="7468553" cy="766048"/>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
        <p:nvSpPr>
          <p:cNvPr id="282" name="Google Shape;282;p18">
            <a:extLst>
              <a:ext uri="{FF2B5EF4-FFF2-40B4-BE49-F238E27FC236}">
                <a16:creationId xmlns:a16="http://schemas.microsoft.com/office/drawing/2014/main" id="{F1C3EBC2-438F-C150-9ABF-F14321C2CC5C}"/>
              </a:ext>
            </a:extLst>
          </p:cNvPr>
          <p:cNvSpPr/>
          <p:nvPr/>
        </p:nvSpPr>
        <p:spPr>
          <a:xfrm>
            <a:off x="1218724" y="5430713"/>
            <a:ext cx="7468553" cy="383024"/>
          </a:xfrm>
          <a:prstGeom prst="rect">
            <a:avLst/>
          </a:prstGeom>
          <a:noFill/>
          <a:ln>
            <a:noFill/>
          </a:ln>
        </p:spPr>
        <p:txBody>
          <a:bodyPr spcFirstLastPara="1" wrap="square" lIns="0" tIns="0" rIns="0" bIns="0" anchor="t" anchorCtr="0">
            <a:noAutofit/>
          </a:bodyPr>
          <a:lstStyle/>
          <a:p>
            <a:pPr marL="0" marR="0" lvl="0" indent="0" algn="l" rtl="0">
              <a:lnSpc>
                <a:spcPct val="162162"/>
              </a:lnSpc>
              <a:spcBef>
                <a:spcPts val="0"/>
              </a:spcBef>
              <a:spcAft>
                <a:spcPts val="0"/>
              </a:spcAft>
              <a:buClr>
                <a:srgbClr val="2B3541"/>
              </a:buClr>
              <a:buSzPts val="1850"/>
              <a:buFont typeface="Times New Roman"/>
              <a:buNone/>
            </a:pPr>
            <a:r>
              <a:rPr lang="en-US" sz="1850" b="0" i="0" u="none" strike="noStrike" cap="none" dirty="0">
                <a:solidFill>
                  <a:srgbClr val="2B3541"/>
                </a:solidFill>
                <a:latin typeface="Times New Roman"/>
                <a:ea typeface="Times New Roman"/>
                <a:cs typeface="Times New Roman"/>
                <a:sym typeface="Times New Roman"/>
              </a:rPr>
              <a:t>·</a:t>
            </a:r>
            <a:endParaRPr sz="1850" b="0" i="0" u="none" strike="noStrike" cap="none" dirty="0">
              <a:solidFill>
                <a:srgbClr val="000000"/>
              </a:solidFill>
              <a:latin typeface="Times New Roman"/>
              <a:ea typeface="Times New Roman"/>
              <a:cs typeface="Times New Roman"/>
              <a:sym typeface="Times New Roman"/>
            </a:endParaRPr>
          </a:p>
        </p:txBody>
      </p:sp>
    </p:spTree>
    <p:extLst>
      <p:ext uri="{BB962C8B-B14F-4D97-AF65-F5344CB8AC3E}">
        <p14:creationId xmlns:p14="http://schemas.microsoft.com/office/powerpoint/2010/main" val="2136706720"/>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363626" y="578734"/>
            <a:ext cx="10983824" cy="4907666"/>
          </a:xfrm>
          <a:prstGeom prst="rect">
            <a:avLst/>
          </a:prstGeom>
        </p:spPr>
      </p:pic>
    </p:spTree>
    <p:extLst>
      <p:ext uri="{BB962C8B-B14F-4D97-AF65-F5344CB8AC3E}">
        <p14:creationId xmlns:p14="http://schemas.microsoft.com/office/powerpoint/2010/main" val="2749984668"/>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161239" y="747781"/>
            <a:ext cx="12030761" cy="5295946"/>
          </a:xfrm>
          <a:prstGeom prst="rect">
            <a:avLst/>
          </a:prstGeom>
        </p:spPr>
      </p:pic>
    </p:spTree>
    <p:extLst>
      <p:ext uri="{BB962C8B-B14F-4D97-AF65-F5344CB8AC3E}">
        <p14:creationId xmlns:p14="http://schemas.microsoft.com/office/powerpoint/2010/main" val="2148106968"/>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416571" y="567159"/>
            <a:ext cx="11370140" cy="5277461"/>
          </a:xfrm>
          <a:prstGeom prst="rect">
            <a:avLst/>
          </a:prstGeom>
        </p:spPr>
      </p:pic>
    </p:spTree>
    <p:extLst>
      <p:ext uri="{BB962C8B-B14F-4D97-AF65-F5344CB8AC3E}">
        <p14:creationId xmlns:p14="http://schemas.microsoft.com/office/powerpoint/2010/main" val="40646462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Picture 3"/>
          <p:cNvPicPr>
            <a:picLocks noChangeAspect="1"/>
          </p:cNvPicPr>
          <p:nvPr/>
        </p:nvPicPr>
        <p:blipFill>
          <a:blip r:embed="rId2"/>
          <a:stretch>
            <a:fillRect/>
          </a:stretch>
        </p:blipFill>
        <p:spPr>
          <a:xfrm>
            <a:off x="299277" y="856527"/>
            <a:ext cx="11561074" cy="5249118"/>
          </a:xfrm>
          <a:prstGeom prst="rect">
            <a:avLst/>
          </a:prstGeom>
        </p:spPr>
      </p:pic>
    </p:spTree>
    <p:extLst>
      <p:ext uri="{BB962C8B-B14F-4D97-AF65-F5344CB8AC3E}">
        <p14:creationId xmlns:p14="http://schemas.microsoft.com/office/powerpoint/2010/main" val="292224735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06"/>
        <p:cNvGrpSpPr/>
        <p:nvPr/>
      </p:nvGrpSpPr>
      <p:grpSpPr>
        <a:xfrm>
          <a:off x="0" y="0"/>
          <a:ext cx="0" cy="0"/>
          <a:chOff x="0" y="0"/>
          <a:chExt cx="0" cy="0"/>
        </a:xfrm>
      </p:grpSpPr>
      <p:pic>
        <p:nvPicPr>
          <p:cNvPr id="310" name="Google Shape;310;p20"/>
          <p:cNvPicPr preferRelativeResize="0"/>
          <p:nvPr/>
        </p:nvPicPr>
        <p:blipFill rotWithShape="1">
          <a:blip r:embed="rId3">
            <a:alphaModFix/>
          </a:blip>
          <a:srcRect/>
          <a:stretch/>
        </p:blipFill>
        <p:spPr>
          <a:xfrm>
            <a:off x="0" y="2190302"/>
            <a:ext cx="12192000" cy="2477396"/>
          </a:xfrm>
          <a:prstGeom prst="rect">
            <a:avLst/>
          </a:prstGeom>
          <a:noFill/>
          <a:ln>
            <a:noFill/>
          </a:ln>
        </p:spPr>
      </p:pic>
    </p:spTree>
  </p:cSld>
  <p:clrMapOvr>
    <a:masterClrMapping/>
  </p:clrMapOvr>
</p:sld>
</file>

<file path=ppt/theme/theme1.xml><?xml version="1.0" encoding="utf-8"?>
<a:theme xmlns:a="http://schemas.openxmlformats.org/drawingml/2006/main" name="Office Theme">
  <a:themeElements>
    <a:clrScheme name="Office">
      <a:dk1>
        <a:srgbClr val="000000"/>
      </a:dk1>
      <a:lt1>
        <a:srgbClr val="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1254</TotalTime>
  <Words>499</Words>
  <Application>Microsoft Office PowerPoint</Application>
  <PresentationFormat>Widescreen</PresentationFormat>
  <Paragraphs>77</Paragraphs>
  <Slides>14</Slides>
  <Notes>9</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14</vt:i4>
      </vt:variant>
    </vt:vector>
  </HeadingPairs>
  <TitlesOfParts>
    <vt:vector size="18" baseType="lpstr">
      <vt:lpstr>Arial</vt:lpstr>
      <vt:lpstr>Calibri</vt:lpstr>
      <vt:lpstr>Times New Roman</vt:lpstr>
      <vt:lpstr>Office Theme</vt:lpstr>
      <vt:lpstr>IBM University Engagement Project Submission </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Manda Anirudh</dc:creator>
  <cp:lastModifiedBy>admin</cp:lastModifiedBy>
  <cp:revision>52</cp:revision>
  <dcterms:created xsi:type="dcterms:W3CDTF">2025-07-08T05:06:56Z</dcterms:created>
  <dcterms:modified xsi:type="dcterms:W3CDTF">2026-06-17T10:13:15Z</dcterms:modified>
</cp:coreProperties>
</file>